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E27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400800" y="0"/>
            <a:ext cx="2743200" cy="4114800"/>
          </a:xfrm>
          <a:custGeom>
            <a:avLst/>
            <a:gdLst/>
            <a:ahLst/>
            <a:cxnLst/>
            <a:rect l="l" t="t" r="r" b="b"/>
            <a:pathLst>
              <a:path w="2743200" h="4114800">
                <a:moveTo>
                  <a:pt x="2743200" y="0"/>
                </a:moveTo>
                <a:lnTo>
                  <a:pt x="574913" y="0"/>
                </a:lnTo>
                <a:lnTo>
                  <a:pt x="556464" y="22456"/>
                </a:lnTo>
                <a:lnTo>
                  <a:pt x="528549" y="57693"/>
                </a:lnTo>
                <a:lnTo>
                  <a:pt x="501255" y="93437"/>
                </a:lnTo>
                <a:lnTo>
                  <a:pt x="474590" y="129678"/>
                </a:lnTo>
                <a:lnTo>
                  <a:pt x="448561" y="166410"/>
                </a:lnTo>
                <a:lnTo>
                  <a:pt x="423176" y="203624"/>
                </a:lnTo>
                <a:lnTo>
                  <a:pt x="398445" y="241312"/>
                </a:lnTo>
                <a:lnTo>
                  <a:pt x="374375" y="279465"/>
                </a:lnTo>
                <a:lnTo>
                  <a:pt x="350973" y="318076"/>
                </a:lnTo>
                <a:lnTo>
                  <a:pt x="328249" y="357136"/>
                </a:lnTo>
                <a:lnTo>
                  <a:pt x="306210" y="396637"/>
                </a:lnTo>
                <a:lnTo>
                  <a:pt x="284865" y="436571"/>
                </a:lnTo>
                <a:lnTo>
                  <a:pt x="264222" y="476930"/>
                </a:lnTo>
                <a:lnTo>
                  <a:pt x="244288" y="517706"/>
                </a:lnTo>
                <a:lnTo>
                  <a:pt x="225073" y="558891"/>
                </a:lnTo>
                <a:lnTo>
                  <a:pt x="206583" y="600476"/>
                </a:lnTo>
                <a:lnTo>
                  <a:pt x="188828" y="642454"/>
                </a:lnTo>
                <a:lnTo>
                  <a:pt x="171815" y="684815"/>
                </a:lnTo>
                <a:lnTo>
                  <a:pt x="155553" y="727553"/>
                </a:lnTo>
                <a:lnTo>
                  <a:pt x="140050" y="770659"/>
                </a:lnTo>
                <a:lnTo>
                  <a:pt x="125313" y="814125"/>
                </a:lnTo>
                <a:lnTo>
                  <a:pt x="111351" y="857942"/>
                </a:lnTo>
                <a:lnTo>
                  <a:pt x="98172" y="902102"/>
                </a:lnTo>
                <a:lnTo>
                  <a:pt x="85785" y="946598"/>
                </a:lnTo>
                <a:lnTo>
                  <a:pt x="74197" y="991422"/>
                </a:lnTo>
                <a:lnTo>
                  <a:pt x="63416" y="1036564"/>
                </a:lnTo>
                <a:lnTo>
                  <a:pt x="53451" y="1082018"/>
                </a:lnTo>
                <a:lnTo>
                  <a:pt x="44310" y="1127774"/>
                </a:lnTo>
                <a:lnTo>
                  <a:pt x="36001" y="1173825"/>
                </a:lnTo>
                <a:lnTo>
                  <a:pt x="28532" y="1220162"/>
                </a:lnTo>
                <a:lnTo>
                  <a:pt x="21911" y="1266778"/>
                </a:lnTo>
                <a:lnTo>
                  <a:pt x="16147" y="1313664"/>
                </a:lnTo>
                <a:lnTo>
                  <a:pt x="11247" y="1360812"/>
                </a:lnTo>
                <a:lnTo>
                  <a:pt x="7219" y="1408214"/>
                </a:lnTo>
                <a:lnTo>
                  <a:pt x="4073" y="1455862"/>
                </a:lnTo>
                <a:lnTo>
                  <a:pt x="1815" y="1503748"/>
                </a:lnTo>
                <a:lnTo>
                  <a:pt x="455" y="1551863"/>
                </a:lnTo>
                <a:lnTo>
                  <a:pt x="0" y="1600200"/>
                </a:lnTo>
                <a:lnTo>
                  <a:pt x="455" y="1648536"/>
                </a:lnTo>
                <a:lnTo>
                  <a:pt x="1815" y="1696651"/>
                </a:lnTo>
                <a:lnTo>
                  <a:pt x="4073" y="1744537"/>
                </a:lnTo>
                <a:lnTo>
                  <a:pt x="7219" y="1792185"/>
                </a:lnTo>
                <a:lnTo>
                  <a:pt x="11247" y="1839587"/>
                </a:lnTo>
                <a:lnTo>
                  <a:pt x="16147" y="1886735"/>
                </a:lnTo>
                <a:lnTo>
                  <a:pt x="21911" y="1933621"/>
                </a:lnTo>
                <a:lnTo>
                  <a:pt x="28532" y="1980237"/>
                </a:lnTo>
                <a:lnTo>
                  <a:pt x="36001" y="2026574"/>
                </a:lnTo>
                <a:lnTo>
                  <a:pt x="44310" y="2072625"/>
                </a:lnTo>
                <a:lnTo>
                  <a:pt x="53451" y="2118381"/>
                </a:lnTo>
                <a:lnTo>
                  <a:pt x="63416" y="2163835"/>
                </a:lnTo>
                <a:lnTo>
                  <a:pt x="74197" y="2208977"/>
                </a:lnTo>
                <a:lnTo>
                  <a:pt x="85785" y="2253801"/>
                </a:lnTo>
                <a:lnTo>
                  <a:pt x="98172" y="2298297"/>
                </a:lnTo>
                <a:lnTo>
                  <a:pt x="111351" y="2342457"/>
                </a:lnTo>
                <a:lnTo>
                  <a:pt x="125313" y="2386274"/>
                </a:lnTo>
                <a:lnTo>
                  <a:pt x="140050" y="2429740"/>
                </a:lnTo>
                <a:lnTo>
                  <a:pt x="155553" y="2472846"/>
                </a:lnTo>
                <a:lnTo>
                  <a:pt x="171815" y="2515584"/>
                </a:lnTo>
                <a:lnTo>
                  <a:pt x="188828" y="2557945"/>
                </a:lnTo>
                <a:lnTo>
                  <a:pt x="206583" y="2599923"/>
                </a:lnTo>
                <a:lnTo>
                  <a:pt x="225073" y="2641508"/>
                </a:lnTo>
                <a:lnTo>
                  <a:pt x="244288" y="2682693"/>
                </a:lnTo>
                <a:lnTo>
                  <a:pt x="264222" y="2723469"/>
                </a:lnTo>
                <a:lnTo>
                  <a:pt x="284865" y="2763828"/>
                </a:lnTo>
                <a:lnTo>
                  <a:pt x="306210" y="2803762"/>
                </a:lnTo>
                <a:lnTo>
                  <a:pt x="328249" y="2843263"/>
                </a:lnTo>
                <a:lnTo>
                  <a:pt x="350973" y="2882323"/>
                </a:lnTo>
                <a:lnTo>
                  <a:pt x="374375" y="2920934"/>
                </a:lnTo>
                <a:lnTo>
                  <a:pt x="398445" y="2959087"/>
                </a:lnTo>
                <a:lnTo>
                  <a:pt x="423176" y="2996775"/>
                </a:lnTo>
                <a:lnTo>
                  <a:pt x="448561" y="3033989"/>
                </a:lnTo>
                <a:lnTo>
                  <a:pt x="474590" y="3070721"/>
                </a:lnTo>
                <a:lnTo>
                  <a:pt x="501255" y="3106962"/>
                </a:lnTo>
                <a:lnTo>
                  <a:pt x="528549" y="3142706"/>
                </a:lnTo>
                <a:lnTo>
                  <a:pt x="556464" y="3177943"/>
                </a:lnTo>
                <a:lnTo>
                  <a:pt x="584990" y="3212666"/>
                </a:lnTo>
                <a:lnTo>
                  <a:pt x="614121" y="3246867"/>
                </a:lnTo>
                <a:lnTo>
                  <a:pt x="643847" y="3280536"/>
                </a:lnTo>
                <a:lnTo>
                  <a:pt x="674161" y="3313667"/>
                </a:lnTo>
                <a:lnTo>
                  <a:pt x="705055" y="3346250"/>
                </a:lnTo>
                <a:lnTo>
                  <a:pt x="736520" y="3378279"/>
                </a:lnTo>
                <a:lnTo>
                  <a:pt x="768549" y="3409744"/>
                </a:lnTo>
                <a:lnTo>
                  <a:pt x="801132" y="3440638"/>
                </a:lnTo>
                <a:lnTo>
                  <a:pt x="834263" y="3470952"/>
                </a:lnTo>
                <a:lnTo>
                  <a:pt x="867932" y="3500678"/>
                </a:lnTo>
                <a:lnTo>
                  <a:pt x="902133" y="3529809"/>
                </a:lnTo>
                <a:lnTo>
                  <a:pt x="936856" y="3558335"/>
                </a:lnTo>
                <a:lnTo>
                  <a:pt x="972093" y="3586250"/>
                </a:lnTo>
                <a:lnTo>
                  <a:pt x="1007837" y="3613544"/>
                </a:lnTo>
                <a:lnTo>
                  <a:pt x="1044078" y="3640209"/>
                </a:lnTo>
                <a:lnTo>
                  <a:pt x="1080810" y="3666238"/>
                </a:lnTo>
                <a:lnTo>
                  <a:pt x="1118024" y="3691623"/>
                </a:lnTo>
                <a:lnTo>
                  <a:pt x="1155712" y="3716354"/>
                </a:lnTo>
                <a:lnTo>
                  <a:pt x="1193865" y="3740424"/>
                </a:lnTo>
                <a:lnTo>
                  <a:pt x="1232476" y="3763826"/>
                </a:lnTo>
                <a:lnTo>
                  <a:pt x="1271536" y="3786550"/>
                </a:lnTo>
                <a:lnTo>
                  <a:pt x="1311037" y="3808589"/>
                </a:lnTo>
                <a:lnTo>
                  <a:pt x="1350971" y="3829934"/>
                </a:lnTo>
                <a:lnTo>
                  <a:pt x="1391330" y="3850577"/>
                </a:lnTo>
                <a:lnTo>
                  <a:pt x="1432106" y="3870511"/>
                </a:lnTo>
                <a:lnTo>
                  <a:pt x="1473291" y="3889726"/>
                </a:lnTo>
                <a:lnTo>
                  <a:pt x="1514876" y="3908216"/>
                </a:lnTo>
                <a:lnTo>
                  <a:pt x="1556854" y="3925971"/>
                </a:lnTo>
                <a:lnTo>
                  <a:pt x="1599215" y="3942984"/>
                </a:lnTo>
                <a:lnTo>
                  <a:pt x="1641953" y="3959246"/>
                </a:lnTo>
                <a:lnTo>
                  <a:pt x="1685059" y="3974749"/>
                </a:lnTo>
                <a:lnTo>
                  <a:pt x="1728525" y="3989486"/>
                </a:lnTo>
                <a:lnTo>
                  <a:pt x="1772342" y="4003448"/>
                </a:lnTo>
                <a:lnTo>
                  <a:pt x="1816502" y="4016627"/>
                </a:lnTo>
                <a:lnTo>
                  <a:pt x="1860998" y="4029014"/>
                </a:lnTo>
                <a:lnTo>
                  <a:pt x="1905822" y="4040602"/>
                </a:lnTo>
                <a:lnTo>
                  <a:pt x="1950964" y="4051383"/>
                </a:lnTo>
                <a:lnTo>
                  <a:pt x="1996418" y="4061348"/>
                </a:lnTo>
                <a:lnTo>
                  <a:pt x="2042174" y="4070489"/>
                </a:lnTo>
                <a:lnTo>
                  <a:pt x="2088225" y="4078798"/>
                </a:lnTo>
                <a:lnTo>
                  <a:pt x="2134562" y="4086267"/>
                </a:lnTo>
                <a:lnTo>
                  <a:pt x="2181178" y="4092888"/>
                </a:lnTo>
                <a:lnTo>
                  <a:pt x="2228064" y="4098652"/>
                </a:lnTo>
                <a:lnTo>
                  <a:pt x="2275212" y="4103552"/>
                </a:lnTo>
                <a:lnTo>
                  <a:pt x="2322614" y="4107580"/>
                </a:lnTo>
                <a:lnTo>
                  <a:pt x="2370262" y="4110726"/>
                </a:lnTo>
                <a:lnTo>
                  <a:pt x="2418148" y="4112984"/>
                </a:lnTo>
                <a:lnTo>
                  <a:pt x="2466263" y="4114344"/>
                </a:lnTo>
                <a:lnTo>
                  <a:pt x="2514600" y="4114800"/>
                </a:lnTo>
                <a:lnTo>
                  <a:pt x="2562936" y="4114344"/>
                </a:lnTo>
                <a:lnTo>
                  <a:pt x="2611051" y="4112984"/>
                </a:lnTo>
                <a:lnTo>
                  <a:pt x="2658937" y="4110726"/>
                </a:lnTo>
                <a:lnTo>
                  <a:pt x="2706585" y="4107580"/>
                </a:lnTo>
                <a:lnTo>
                  <a:pt x="2743200" y="4104469"/>
                </a:lnTo>
                <a:lnTo>
                  <a:pt x="2743200" y="0"/>
                </a:lnTo>
                <a:close/>
              </a:path>
            </a:pathLst>
          </a:custGeom>
          <a:solidFill>
            <a:srgbClr val="4990D9">
              <a:alpha val="2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400800" y="0"/>
            <a:ext cx="2743200" cy="4114800"/>
          </a:xfrm>
          <a:custGeom>
            <a:avLst/>
            <a:gdLst/>
            <a:ahLst/>
            <a:cxnLst/>
            <a:rect l="l" t="t" r="r" b="b"/>
            <a:pathLst>
              <a:path w="2743200" h="4114800">
                <a:moveTo>
                  <a:pt x="2743200" y="4104469"/>
                </a:moveTo>
                <a:lnTo>
                  <a:pt x="2658937" y="4110726"/>
                </a:lnTo>
                <a:lnTo>
                  <a:pt x="2611051" y="4112984"/>
                </a:lnTo>
                <a:lnTo>
                  <a:pt x="2562936" y="4114344"/>
                </a:lnTo>
                <a:lnTo>
                  <a:pt x="2514600" y="4114800"/>
                </a:lnTo>
                <a:lnTo>
                  <a:pt x="2466263" y="4114344"/>
                </a:lnTo>
                <a:lnTo>
                  <a:pt x="2418148" y="4112984"/>
                </a:lnTo>
                <a:lnTo>
                  <a:pt x="2370262" y="4110726"/>
                </a:lnTo>
                <a:lnTo>
                  <a:pt x="2322614" y="4107580"/>
                </a:lnTo>
                <a:lnTo>
                  <a:pt x="2275212" y="4103552"/>
                </a:lnTo>
                <a:lnTo>
                  <a:pt x="2228064" y="4098652"/>
                </a:lnTo>
                <a:lnTo>
                  <a:pt x="2181178" y="4092888"/>
                </a:lnTo>
                <a:lnTo>
                  <a:pt x="2134562" y="4086267"/>
                </a:lnTo>
                <a:lnTo>
                  <a:pt x="2088225" y="4078798"/>
                </a:lnTo>
                <a:lnTo>
                  <a:pt x="2042174" y="4070489"/>
                </a:lnTo>
                <a:lnTo>
                  <a:pt x="1996418" y="4061348"/>
                </a:lnTo>
                <a:lnTo>
                  <a:pt x="1950964" y="4051383"/>
                </a:lnTo>
                <a:lnTo>
                  <a:pt x="1905822" y="4040602"/>
                </a:lnTo>
                <a:lnTo>
                  <a:pt x="1860998" y="4029014"/>
                </a:lnTo>
                <a:lnTo>
                  <a:pt x="1816502" y="4016627"/>
                </a:lnTo>
                <a:lnTo>
                  <a:pt x="1772342" y="4003448"/>
                </a:lnTo>
                <a:lnTo>
                  <a:pt x="1728525" y="3989486"/>
                </a:lnTo>
                <a:lnTo>
                  <a:pt x="1685059" y="3974749"/>
                </a:lnTo>
                <a:lnTo>
                  <a:pt x="1641953" y="3959246"/>
                </a:lnTo>
                <a:lnTo>
                  <a:pt x="1599215" y="3942984"/>
                </a:lnTo>
                <a:lnTo>
                  <a:pt x="1556854" y="3925971"/>
                </a:lnTo>
                <a:lnTo>
                  <a:pt x="1514876" y="3908216"/>
                </a:lnTo>
                <a:lnTo>
                  <a:pt x="1473291" y="3889726"/>
                </a:lnTo>
                <a:lnTo>
                  <a:pt x="1432106" y="3870511"/>
                </a:lnTo>
                <a:lnTo>
                  <a:pt x="1391330" y="3850577"/>
                </a:lnTo>
                <a:lnTo>
                  <a:pt x="1350971" y="3829934"/>
                </a:lnTo>
                <a:lnTo>
                  <a:pt x="1311037" y="3808589"/>
                </a:lnTo>
                <a:lnTo>
                  <a:pt x="1271536" y="3786550"/>
                </a:lnTo>
                <a:lnTo>
                  <a:pt x="1232476" y="3763826"/>
                </a:lnTo>
                <a:lnTo>
                  <a:pt x="1193865" y="3740424"/>
                </a:lnTo>
                <a:lnTo>
                  <a:pt x="1155712" y="3716354"/>
                </a:lnTo>
                <a:lnTo>
                  <a:pt x="1118024" y="3691623"/>
                </a:lnTo>
                <a:lnTo>
                  <a:pt x="1080810" y="3666238"/>
                </a:lnTo>
                <a:lnTo>
                  <a:pt x="1044078" y="3640209"/>
                </a:lnTo>
                <a:lnTo>
                  <a:pt x="1007837" y="3613544"/>
                </a:lnTo>
                <a:lnTo>
                  <a:pt x="972093" y="3586250"/>
                </a:lnTo>
                <a:lnTo>
                  <a:pt x="936856" y="3558335"/>
                </a:lnTo>
                <a:lnTo>
                  <a:pt x="902133" y="3529809"/>
                </a:lnTo>
                <a:lnTo>
                  <a:pt x="867932" y="3500678"/>
                </a:lnTo>
                <a:lnTo>
                  <a:pt x="834263" y="3470952"/>
                </a:lnTo>
                <a:lnTo>
                  <a:pt x="801132" y="3440638"/>
                </a:lnTo>
                <a:lnTo>
                  <a:pt x="768549" y="3409744"/>
                </a:lnTo>
                <a:lnTo>
                  <a:pt x="736520" y="3378279"/>
                </a:lnTo>
                <a:lnTo>
                  <a:pt x="705055" y="3346250"/>
                </a:lnTo>
                <a:lnTo>
                  <a:pt x="674161" y="3313667"/>
                </a:lnTo>
                <a:lnTo>
                  <a:pt x="643847" y="3280536"/>
                </a:lnTo>
                <a:lnTo>
                  <a:pt x="614121" y="3246867"/>
                </a:lnTo>
                <a:lnTo>
                  <a:pt x="584990" y="3212666"/>
                </a:lnTo>
                <a:lnTo>
                  <a:pt x="556464" y="3177943"/>
                </a:lnTo>
                <a:lnTo>
                  <a:pt x="528549" y="3142706"/>
                </a:lnTo>
                <a:lnTo>
                  <a:pt x="501255" y="3106962"/>
                </a:lnTo>
                <a:lnTo>
                  <a:pt x="474590" y="3070721"/>
                </a:lnTo>
                <a:lnTo>
                  <a:pt x="448561" y="3033989"/>
                </a:lnTo>
                <a:lnTo>
                  <a:pt x="423176" y="2996775"/>
                </a:lnTo>
                <a:lnTo>
                  <a:pt x="398445" y="2959087"/>
                </a:lnTo>
                <a:lnTo>
                  <a:pt x="374375" y="2920934"/>
                </a:lnTo>
                <a:lnTo>
                  <a:pt x="350973" y="2882323"/>
                </a:lnTo>
                <a:lnTo>
                  <a:pt x="328249" y="2843263"/>
                </a:lnTo>
                <a:lnTo>
                  <a:pt x="306210" y="2803762"/>
                </a:lnTo>
                <a:lnTo>
                  <a:pt x="284865" y="2763828"/>
                </a:lnTo>
                <a:lnTo>
                  <a:pt x="264222" y="2723469"/>
                </a:lnTo>
                <a:lnTo>
                  <a:pt x="244288" y="2682693"/>
                </a:lnTo>
                <a:lnTo>
                  <a:pt x="225073" y="2641508"/>
                </a:lnTo>
                <a:lnTo>
                  <a:pt x="206583" y="2599923"/>
                </a:lnTo>
                <a:lnTo>
                  <a:pt x="188828" y="2557945"/>
                </a:lnTo>
                <a:lnTo>
                  <a:pt x="171815" y="2515584"/>
                </a:lnTo>
                <a:lnTo>
                  <a:pt x="155553" y="2472846"/>
                </a:lnTo>
                <a:lnTo>
                  <a:pt x="140050" y="2429740"/>
                </a:lnTo>
                <a:lnTo>
                  <a:pt x="125313" y="2386274"/>
                </a:lnTo>
                <a:lnTo>
                  <a:pt x="111351" y="2342457"/>
                </a:lnTo>
                <a:lnTo>
                  <a:pt x="98172" y="2298297"/>
                </a:lnTo>
                <a:lnTo>
                  <a:pt x="85785" y="2253801"/>
                </a:lnTo>
                <a:lnTo>
                  <a:pt x="74197" y="2208977"/>
                </a:lnTo>
                <a:lnTo>
                  <a:pt x="63416" y="2163835"/>
                </a:lnTo>
                <a:lnTo>
                  <a:pt x="53451" y="2118381"/>
                </a:lnTo>
                <a:lnTo>
                  <a:pt x="44310" y="2072625"/>
                </a:lnTo>
                <a:lnTo>
                  <a:pt x="36001" y="2026574"/>
                </a:lnTo>
                <a:lnTo>
                  <a:pt x="28532" y="1980237"/>
                </a:lnTo>
                <a:lnTo>
                  <a:pt x="21911" y="1933621"/>
                </a:lnTo>
                <a:lnTo>
                  <a:pt x="16147" y="1886735"/>
                </a:lnTo>
                <a:lnTo>
                  <a:pt x="11247" y="1839587"/>
                </a:lnTo>
                <a:lnTo>
                  <a:pt x="7219" y="1792185"/>
                </a:lnTo>
                <a:lnTo>
                  <a:pt x="4073" y="1744537"/>
                </a:lnTo>
                <a:lnTo>
                  <a:pt x="1815" y="1696651"/>
                </a:lnTo>
                <a:lnTo>
                  <a:pt x="455" y="1648536"/>
                </a:lnTo>
                <a:lnTo>
                  <a:pt x="0" y="1600200"/>
                </a:lnTo>
                <a:lnTo>
                  <a:pt x="455" y="1551863"/>
                </a:lnTo>
                <a:lnTo>
                  <a:pt x="1815" y="1503748"/>
                </a:lnTo>
                <a:lnTo>
                  <a:pt x="4073" y="1455862"/>
                </a:lnTo>
                <a:lnTo>
                  <a:pt x="7219" y="1408214"/>
                </a:lnTo>
                <a:lnTo>
                  <a:pt x="11247" y="1360812"/>
                </a:lnTo>
                <a:lnTo>
                  <a:pt x="16147" y="1313664"/>
                </a:lnTo>
                <a:lnTo>
                  <a:pt x="21911" y="1266778"/>
                </a:lnTo>
                <a:lnTo>
                  <a:pt x="28532" y="1220162"/>
                </a:lnTo>
                <a:lnTo>
                  <a:pt x="36001" y="1173825"/>
                </a:lnTo>
                <a:lnTo>
                  <a:pt x="44310" y="1127774"/>
                </a:lnTo>
                <a:lnTo>
                  <a:pt x="53451" y="1082018"/>
                </a:lnTo>
                <a:lnTo>
                  <a:pt x="63416" y="1036564"/>
                </a:lnTo>
                <a:lnTo>
                  <a:pt x="74197" y="991422"/>
                </a:lnTo>
                <a:lnTo>
                  <a:pt x="85785" y="946598"/>
                </a:lnTo>
                <a:lnTo>
                  <a:pt x="98172" y="902102"/>
                </a:lnTo>
                <a:lnTo>
                  <a:pt x="111351" y="857942"/>
                </a:lnTo>
                <a:lnTo>
                  <a:pt x="125313" y="814125"/>
                </a:lnTo>
                <a:lnTo>
                  <a:pt x="140050" y="770659"/>
                </a:lnTo>
                <a:lnTo>
                  <a:pt x="155553" y="727553"/>
                </a:lnTo>
                <a:lnTo>
                  <a:pt x="171815" y="684815"/>
                </a:lnTo>
                <a:lnTo>
                  <a:pt x="188828" y="642454"/>
                </a:lnTo>
                <a:lnTo>
                  <a:pt x="206583" y="600476"/>
                </a:lnTo>
                <a:lnTo>
                  <a:pt x="225073" y="558891"/>
                </a:lnTo>
                <a:lnTo>
                  <a:pt x="244288" y="517706"/>
                </a:lnTo>
                <a:lnTo>
                  <a:pt x="264222" y="476930"/>
                </a:lnTo>
                <a:lnTo>
                  <a:pt x="284865" y="436571"/>
                </a:lnTo>
                <a:lnTo>
                  <a:pt x="306210" y="396637"/>
                </a:lnTo>
                <a:lnTo>
                  <a:pt x="328249" y="357136"/>
                </a:lnTo>
                <a:lnTo>
                  <a:pt x="350973" y="318076"/>
                </a:lnTo>
                <a:lnTo>
                  <a:pt x="374375" y="279465"/>
                </a:lnTo>
                <a:lnTo>
                  <a:pt x="398445" y="241312"/>
                </a:lnTo>
                <a:lnTo>
                  <a:pt x="423176" y="203624"/>
                </a:lnTo>
                <a:lnTo>
                  <a:pt x="448561" y="166410"/>
                </a:lnTo>
                <a:lnTo>
                  <a:pt x="474590" y="129678"/>
                </a:lnTo>
                <a:lnTo>
                  <a:pt x="501255" y="93437"/>
                </a:lnTo>
                <a:lnTo>
                  <a:pt x="528549" y="57693"/>
                </a:lnTo>
                <a:lnTo>
                  <a:pt x="556464" y="22456"/>
                </a:lnTo>
                <a:lnTo>
                  <a:pt x="574913" y="0"/>
                </a:lnTo>
              </a:path>
            </a:pathLst>
          </a:custGeom>
          <a:ln w="12700">
            <a:solidFill>
              <a:srgbClr val="4990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132319" y="0"/>
            <a:ext cx="2011680" cy="3017520"/>
          </a:xfrm>
          <a:custGeom>
            <a:avLst/>
            <a:gdLst/>
            <a:ahLst/>
            <a:cxnLst/>
            <a:rect l="l" t="t" r="r" b="b"/>
            <a:pathLst>
              <a:path w="2011679" h="3017520">
                <a:moveTo>
                  <a:pt x="2011679" y="0"/>
                </a:moveTo>
                <a:lnTo>
                  <a:pt x="856905" y="0"/>
                </a:lnTo>
                <a:lnTo>
                  <a:pt x="844870" y="6238"/>
                </a:lnTo>
                <a:lnTo>
                  <a:pt x="805505" y="28072"/>
                </a:lnTo>
                <a:lnTo>
                  <a:pt x="766830" y="50971"/>
                </a:lnTo>
                <a:lnTo>
                  <a:pt x="728862" y="74915"/>
                </a:lnTo>
                <a:lnTo>
                  <a:pt x="691622" y="99884"/>
                </a:lnTo>
                <a:lnTo>
                  <a:pt x="655131" y="125858"/>
                </a:lnTo>
                <a:lnTo>
                  <a:pt x="619406" y="152817"/>
                </a:lnTo>
                <a:lnTo>
                  <a:pt x="584469" y="180742"/>
                </a:lnTo>
                <a:lnTo>
                  <a:pt x="550340" y="209612"/>
                </a:lnTo>
                <a:lnTo>
                  <a:pt x="517037" y="239409"/>
                </a:lnTo>
                <a:lnTo>
                  <a:pt x="484581" y="270112"/>
                </a:lnTo>
                <a:lnTo>
                  <a:pt x="452992" y="301701"/>
                </a:lnTo>
                <a:lnTo>
                  <a:pt x="422289" y="334157"/>
                </a:lnTo>
                <a:lnTo>
                  <a:pt x="392492" y="367460"/>
                </a:lnTo>
                <a:lnTo>
                  <a:pt x="363622" y="401589"/>
                </a:lnTo>
                <a:lnTo>
                  <a:pt x="335697" y="436526"/>
                </a:lnTo>
                <a:lnTo>
                  <a:pt x="308738" y="472251"/>
                </a:lnTo>
                <a:lnTo>
                  <a:pt x="282764" y="508742"/>
                </a:lnTo>
                <a:lnTo>
                  <a:pt x="257795" y="545982"/>
                </a:lnTo>
                <a:lnTo>
                  <a:pt x="233851" y="583950"/>
                </a:lnTo>
                <a:lnTo>
                  <a:pt x="210952" y="622625"/>
                </a:lnTo>
                <a:lnTo>
                  <a:pt x="189118" y="661990"/>
                </a:lnTo>
                <a:lnTo>
                  <a:pt x="168368" y="702022"/>
                </a:lnTo>
                <a:lnTo>
                  <a:pt x="148722" y="742704"/>
                </a:lnTo>
                <a:lnTo>
                  <a:pt x="130200" y="784014"/>
                </a:lnTo>
                <a:lnTo>
                  <a:pt x="112822" y="825934"/>
                </a:lnTo>
                <a:lnTo>
                  <a:pt x="96607" y="868443"/>
                </a:lnTo>
                <a:lnTo>
                  <a:pt x="81576" y="911522"/>
                </a:lnTo>
                <a:lnTo>
                  <a:pt x="67748" y="955151"/>
                </a:lnTo>
                <a:lnTo>
                  <a:pt x="55143" y="999309"/>
                </a:lnTo>
                <a:lnTo>
                  <a:pt x="43781" y="1043978"/>
                </a:lnTo>
                <a:lnTo>
                  <a:pt x="33681" y="1089137"/>
                </a:lnTo>
                <a:lnTo>
                  <a:pt x="24864" y="1134767"/>
                </a:lnTo>
                <a:lnTo>
                  <a:pt x="17349" y="1180848"/>
                </a:lnTo>
                <a:lnTo>
                  <a:pt x="11156" y="1227359"/>
                </a:lnTo>
                <a:lnTo>
                  <a:pt x="6305" y="1274282"/>
                </a:lnTo>
                <a:lnTo>
                  <a:pt x="2815" y="1321596"/>
                </a:lnTo>
                <a:lnTo>
                  <a:pt x="707" y="1369282"/>
                </a:lnTo>
                <a:lnTo>
                  <a:pt x="0" y="1417320"/>
                </a:lnTo>
                <a:lnTo>
                  <a:pt x="707" y="1465357"/>
                </a:lnTo>
                <a:lnTo>
                  <a:pt x="2815" y="1513043"/>
                </a:lnTo>
                <a:lnTo>
                  <a:pt x="6305" y="1560357"/>
                </a:lnTo>
                <a:lnTo>
                  <a:pt x="11156" y="1607280"/>
                </a:lnTo>
                <a:lnTo>
                  <a:pt x="17349" y="1653791"/>
                </a:lnTo>
                <a:lnTo>
                  <a:pt x="24864" y="1699872"/>
                </a:lnTo>
                <a:lnTo>
                  <a:pt x="33681" y="1745502"/>
                </a:lnTo>
                <a:lnTo>
                  <a:pt x="43781" y="1790661"/>
                </a:lnTo>
                <a:lnTo>
                  <a:pt x="55143" y="1835330"/>
                </a:lnTo>
                <a:lnTo>
                  <a:pt x="67748" y="1879488"/>
                </a:lnTo>
                <a:lnTo>
                  <a:pt x="81576" y="1923117"/>
                </a:lnTo>
                <a:lnTo>
                  <a:pt x="96607" y="1966196"/>
                </a:lnTo>
                <a:lnTo>
                  <a:pt x="112822" y="2008705"/>
                </a:lnTo>
                <a:lnTo>
                  <a:pt x="130200" y="2050625"/>
                </a:lnTo>
                <a:lnTo>
                  <a:pt x="148722" y="2091935"/>
                </a:lnTo>
                <a:lnTo>
                  <a:pt x="168368" y="2132617"/>
                </a:lnTo>
                <a:lnTo>
                  <a:pt x="189118" y="2172649"/>
                </a:lnTo>
                <a:lnTo>
                  <a:pt x="210952" y="2212014"/>
                </a:lnTo>
                <a:lnTo>
                  <a:pt x="233851" y="2250689"/>
                </a:lnTo>
                <a:lnTo>
                  <a:pt x="257795" y="2288657"/>
                </a:lnTo>
                <a:lnTo>
                  <a:pt x="282764" y="2325897"/>
                </a:lnTo>
                <a:lnTo>
                  <a:pt x="308738" y="2362388"/>
                </a:lnTo>
                <a:lnTo>
                  <a:pt x="335697" y="2398113"/>
                </a:lnTo>
                <a:lnTo>
                  <a:pt x="363622" y="2433050"/>
                </a:lnTo>
                <a:lnTo>
                  <a:pt x="392492" y="2467179"/>
                </a:lnTo>
                <a:lnTo>
                  <a:pt x="422289" y="2500482"/>
                </a:lnTo>
                <a:lnTo>
                  <a:pt x="452992" y="2532938"/>
                </a:lnTo>
                <a:lnTo>
                  <a:pt x="484581" y="2564527"/>
                </a:lnTo>
                <a:lnTo>
                  <a:pt x="517037" y="2595230"/>
                </a:lnTo>
                <a:lnTo>
                  <a:pt x="550340" y="2625027"/>
                </a:lnTo>
                <a:lnTo>
                  <a:pt x="584469" y="2653897"/>
                </a:lnTo>
                <a:lnTo>
                  <a:pt x="619406" y="2681822"/>
                </a:lnTo>
                <a:lnTo>
                  <a:pt x="655131" y="2708781"/>
                </a:lnTo>
                <a:lnTo>
                  <a:pt x="691622" y="2734755"/>
                </a:lnTo>
                <a:lnTo>
                  <a:pt x="728862" y="2759724"/>
                </a:lnTo>
                <a:lnTo>
                  <a:pt x="766830" y="2783668"/>
                </a:lnTo>
                <a:lnTo>
                  <a:pt x="805505" y="2806567"/>
                </a:lnTo>
                <a:lnTo>
                  <a:pt x="844870" y="2828401"/>
                </a:lnTo>
                <a:lnTo>
                  <a:pt x="884902" y="2849151"/>
                </a:lnTo>
                <a:lnTo>
                  <a:pt x="925584" y="2868797"/>
                </a:lnTo>
                <a:lnTo>
                  <a:pt x="966894" y="2887319"/>
                </a:lnTo>
                <a:lnTo>
                  <a:pt x="1008814" y="2904697"/>
                </a:lnTo>
                <a:lnTo>
                  <a:pt x="1051323" y="2920912"/>
                </a:lnTo>
                <a:lnTo>
                  <a:pt x="1094402" y="2935943"/>
                </a:lnTo>
                <a:lnTo>
                  <a:pt x="1138031" y="2949771"/>
                </a:lnTo>
                <a:lnTo>
                  <a:pt x="1182189" y="2962376"/>
                </a:lnTo>
                <a:lnTo>
                  <a:pt x="1226858" y="2973738"/>
                </a:lnTo>
                <a:lnTo>
                  <a:pt x="1272017" y="2983838"/>
                </a:lnTo>
                <a:lnTo>
                  <a:pt x="1317647" y="2992655"/>
                </a:lnTo>
                <a:lnTo>
                  <a:pt x="1363728" y="3000170"/>
                </a:lnTo>
                <a:lnTo>
                  <a:pt x="1410239" y="3006363"/>
                </a:lnTo>
                <a:lnTo>
                  <a:pt x="1457162" y="3011214"/>
                </a:lnTo>
                <a:lnTo>
                  <a:pt x="1504476" y="3014704"/>
                </a:lnTo>
                <a:lnTo>
                  <a:pt x="1552162" y="3016812"/>
                </a:lnTo>
                <a:lnTo>
                  <a:pt x="1600200" y="3017520"/>
                </a:lnTo>
                <a:lnTo>
                  <a:pt x="1648237" y="3016812"/>
                </a:lnTo>
                <a:lnTo>
                  <a:pt x="1695923" y="3014704"/>
                </a:lnTo>
                <a:lnTo>
                  <a:pt x="1743237" y="3011214"/>
                </a:lnTo>
                <a:lnTo>
                  <a:pt x="1790160" y="3006363"/>
                </a:lnTo>
                <a:lnTo>
                  <a:pt x="1836671" y="3000170"/>
                </a:lnTo>
                <a:lnTo>
                  <a:pt x="1882752" y="2992655"/>
                </a:lnTo>
                <a:lnTo>
                  <a:pt x="1928382" y="2983838"/>
                </a:lnTo>
                <a:lnTo>
                  <a:pt x="1973541" y="2973738"/>
                </a:lnTo>
                <a:lnTo>
                  <a:pt x="2011679" y="2964037"/>
                </a:lnTo>
                <a:lnTo>
                  <a:pt x="2011679" y="0"/>
                </a:lnTo>
                <a:close/>
              </a:path>
            </a:pathLst>
          </a:custGeom>
          <a:solidFill>
            <a:srgbClr val="C9DCFB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132319" y="0"/>
            <a:ext cx="2011680" cy="3017520"/>
          </a:xfrm>
          <a:custGeom>
            <a:avLst/>
            <a:gdLst/>
            <a:ahLst/>
            <a:cxnLst/>
            <a:rect l="l" t="t" r="r" b="b"/>
            <a:pathLst>
              <a:path w="2011679" h="3017520">
                <a:moveTo>
                  <a:pt x="2011679" y="2964037"/>
                </a:moveTo>
                <a:lnTo>
                  <a:pt x="1973541" y="2973738"/>
                </a:lnTo>
                <a:lnTo>
                  <a:pt x="1928382" y="2983838"/>
                </a:lnTo>
                <a:lnTo>
                  <a:pt x="1882752" y="2992655"/>
                </a:lnTo>
                <a:lnTo>
                  <a:pt x="1836671" y="3000170"/>
                </a:lnTo>
                <a:lnTo>
                  <a:pt x="1790160" y="3006363"/>
                </a:lnTo>
                <a:lnTo>
                  <a:pt x="1743237" y="3011214"/>
                </a:lnTo>
                <a:lnTo>
                  <a:pt x="1695923" y="3014704"/>
                </a:lnTo>
                <a:lnTo>
                  <a:pt x="1648237" y="3016812"/>
                </a:lnTo>
                <a:lnTo>
                  <a:pt x="1600200" y="3017520"/>
                </a:lnTo>
                <a:lnTo>
                  <a:pt x="1552162" y="3016812"/>
                </a:lnTo>
                <a:lnTo>
                  <a:pt x="1504476" y="3014704"/>
                </a:lnTo>
                <a:lnTo>
                  <a:pt x="1457162" y="3011214"/>
                </a:lnTo>
                <a:lnTo>
                  <a:pt x="1410239" y="3006363"/>
                </a:lnTo>
                <a:lnTo>
                  <a:pt x="1363728" y="3000170"/>
                </a:lnTo>
                <a:lnTo>
                  <a:pt x="1317647" y="2992655"/>
                </a:lnTo>
                <a:lnTo>
                  <a:pt x="1272017" y="2983838"/>
                </a:lnTo>
                <a:lnTo>
                  <a:pt x="1226858" y="2973738"/>
                </a:lnTo>
                <a:lnTo>
                  <a:pt x="1182189" y="2962376"/>
                </a:lnTo>
                <a:lnTo>
                  <a:pt x="1138031" y="2949771"/>
                </a:lnTo>
                <a:lnTo>
                  <a:pt x="1094402" y="2935943"/>
                </a:lnTo>
                <a:lnTo>
                  <a:pt x="1051323" y="2920912"/>
                </a:lnTo>
                <a:lnTo>
                  <a:pt x="1008814" y="2904697"/>
                </a:lnTo>
                <a:lnTo>
                  <a:pt x="966894" y="2887319"/>
                </a:lnTo>
                <a:lnTo>
                  <a:pt x="925584" y="2868797"/>
                </a:lnTo>
                <a:lnTo>
                  <a:pt x="884902" y="2849151"/>
                </a:lnTo>
                <a:lnTo>
                  <a:pt x="844870" y="2828401"/>
                </a:lnTo>
                <a:lnTo>
                  <a:pt x="805505" y="2806567"/>
                </a:lnTo>
                <a:lnTo>
                  <a:pt x="766830" y="2783668"/>
                </a:lnTo>
                <a:lnTo>
                  <a:pt x="728862" y="2759724"/>
                </a:lnTo>
                <a:lnTo>
                  <a:pt x="691622" y="2734755"/>
                </a:lnTo>
                <a:lnTo>
                  <a:pt x="655131" y="2708781"/>
                </a:lnTo>
                <a:lnTo>
                  <a:pt x="619406" y="2681822"/>
                </a:lnTo>
                <a:lnTo>
                  <a:pt x="584469" y="2653897"/>
                </a:lnTo>
                <a:lnTo>
                  <a:pt x="550340" y="2625027"/>
                </a:lnTo>
                <a:lnTo>
                  <a:pt x="517037" y="2595230"/>
                </a:lnTo>
                <a:lnTo>
                  <a:pt x="484581" y="2564527"/>
                </a:lnTo>
                <a:lnTo>
                  <a:pt x="452992" y="2532938"/>
                </a:lnTo>
                <a:lnTo>
                  <a:pt x="422289" y="2500482"/>
                </a:lnTo>
                <a:lnTo>
                  <a:pt x="392492" y="2467179"/>
                </a:lnTo>
                <a:lnTo>
                  <a:pt x="363622" y="2433050"/>
                </a:lnTo>
                <a:lnTo>
                  <a:pt x="335697" y="2398113"/>
                </a:lnTo>
                <a:lnTo>
                  <a:pt x="308738" y="2362388"/>
                </a:lnTo>
                <a:lnTo>
                  <a:pt x="282764" y="2325897"/>
                </a:lnTo>
                <a:lnTo>
                  <a:pt x="257795" y="2288657"/>
                </a:lnTo>
                <a:lnTo>
                  <a:pt x="233851" y="2250689"/>
                </a:lnTo>
                <a:lnTo>
                  <a:pt x="210952" y="2212014"/>
                </a:lnTo>
                <a:lnTo>
                  <a:pt x="189118" y="2172649"/>
                </a:lnTo>
                <a:lnTo>
                  <a:pt x="168368" y="2132617"/>
                </a:lnTo>
                <a:lnTo>
                  <a:pt x="148722" y="2091935"/>
                </a:lnTo>
                <a:lnTo>
                  <a:pt x="130200" y="2050625"/>
                </a:lnTo>
                <a:lnTo>
                  <a:pt x="112822" y="2008705"/>
                </a:lnTo>
                <a:lnTo>
                  <a:pt x="96607" y="1966196"/>
                </a:lnTo>
                <a:lnTo>
                  <a:pt x="81576" y="1923117"/>
                </a:lnTo>
                <a:lnTo>
                  <a:pt x="67748" y="1879488"/>
                </a:lnTo>
                <a:lnTo>
                  <a:pt x="55143" y="1835330"/>
                </a:lnTo>
                <a:lnTo>
                  <a:pt x="43781" y="1790661"/>
                </a:lnTo>
                <a:lnTo>
                  <a:pt x="33681" y="1745502"/>
                </a:lnTo>
                <a:lnTo>
                  <a:pt x="24864" y="1699872"/>
                </a:lnTo>
                <a:lnTo>
                  <a:pt x="17349" y="1653791"/>
                </a:lnTo>
                <a:lnTo>
                  <a:pt x="11156" y="1607280"/>
                </a:lnTo>
                <a:lnTo>
                  <a:pt x="6305" y="1560357"/>
                </a:lnTo>
                <a:lnTo>
                  <a:pt x="2815" y="1513043"/>
                </a:lnTo>
                <a:lnTo>
                  <a:pt x="707" y="1465357"/>
                </a:lnTo>
                <a:lnTo>
                  <a:pt x="0" y="1417320"/>
                </a:lnTo>
                <a:lnTo>
                  <a:pt x="707" y="1369282"/>
                </a:lnTo>
                <a:lnTo>
                  <a:pt x="2815" y="1321596"/>
                </a:lnTo>
                <a:lnTo>
                  <a:pt x="6305" y="1274282"/>
                </a:lnTo>
                <a:lnTo>
                  <a:pt x="11156" y="1227359"/>
                </a:lnTo>
                <a:lnTo>
                  <a:pt x="17349" y="1180848"/>
                </a:lnTo>
                <a:lnTo>
                  <a:pt x="24864" y="1134767"/>
                </a:lnTo>
                <a:lnTo>
                  <a:pt x="33681" y="1089137"/>
                </a:lnTo>
                <a:lnTo>
                  <a:pt x="43781" y="1043978"/>
                </a:lnTo>
                <a:lnTo>
                  <a:pt x="55143" y="999309"/>
                </a:lnTo>
                <a:lnTo>
                  <a:pt x="67748" y="955151"/>
                </a:lnTo>
                <a:lnTo>
                  <a:pt x="81576" y="911522"/>
                </a:lnTo>
                <a:lnTo>
                  <a:pt x="96607" y="868443"/>
                </a:lnTo>
                <a:lnTo>
                  <a:pt x="112822" y="825934"/>
                </a:lnTo>
                <a:lnTo>
                  <a:pt x="130200" y="784014"/>
                </a:lnTo>
                <a:lnTo>
                  <a:pt x="148722" y="742704"/>
                </a:lnTo>
                <a:lnTo>
                  <a:pt x="168368" y="702022"/>
                </a:lnTo>
                <a:lnTo>
                  <a:pt x="189118" y="661990"/>
                </a:lnTo>
                <a:lnTo>
                  <a:pt x="210952" y="622625"/>
                </a:lnTo>
                <a:lnTo>
                  <a:pt x="233851" y="583950"/>
                </a:lnTo>
                <a:lnTo>
                  <a:pt x="257795" y="545982"/>
                </a:lnTo>
                <a:lnTo>
                  <a:pt x="282764" y="508742"/>
                </a:lnTo>
                <a:lnTo>
                  <a:pt x="308738" y="472251"/>
                </a:lnTo>
                <a:lnTo>
                  <a:pt x="335697" y="436526"/>
                </a:lnTo>
                <a:lnTo>
                  <a:pt x="363622" y="401589"/>
                </a:lnTo>
                <a:lnTo>
                  <a:pt x="392492" y="367460"/>
                </a:lnTo>
                <a:lnTo>
                  <a:pt x="422289" y="334157"/>
                </a:lnTo>
                <a:lnTo>
                  <a:pt x="452992" y="301701"/>
                </a:lnTo>
                <a:lnTo>
                  <a:pt x="484581" y="270112"/>
                </a:lnTo>
                <a:lnTo>
                  <a:pt x="517037" y="239409"/>
                </a:lnTo>
                <a:lnTo>
                  <a:pt x="550340" y="209612"/>
                </a:lnTo>
                <a:lnTo>
                  <a:pt x="584469" y="180742"/>
                </a:lnTo>
                <a:lnTo>
                  <a:pt x="619406" y="152817"/>
                </a:lnTo>
                <a:lnTo>
                  <a:pt x="655131" y="125858"/>
                </a:lnTo>
                <a:lnTo>
                  <a:pt x="691622" y="99884"/>
                </a:lnTo>
                <a:lnTo>
                  <a:pt x="728862" y="74915"/>
                </a:lnTo>
                <a:lnTo>
                  <a:pt x="766830" y="50971"/>
                </a:lnTo>
                <a:lnTo>
                  <a:pt x="805505" y="28072"/>
                </a:lnTo>
                <a:lnTo>
                  <a:pt x="844870" y="6238"/>
                </a:lnTo>
                <a:lnTo>
                  <a:pt x="856905" y="0"/>
                </a:lnTo>
              </a:path>
            </a:pathLst>
          </a:custGeom>
          <a:ln w="12700">
            <a:solidFill>
              <a:srgbClr val="C9DC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7380" y="1235859"/>
            <a:ext cx="6207125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9DCFB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9DCFB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E27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743200"/>
            <a:ext cx="3200400" cy="2400300"/>
          </a:xfrm>
          <a:custGeom>
            <a:avLst/>
            <a:gdLst/>
            <a:ahLst/>
            <a:cxnLst/>
            <a:rect l="l" t="t" r="r" b="b"/>
            <a:pathLst>
              <a:path w="3200400" h="2400300">
                <a:moveTo>
                  <a:pt x="914400" y="0"/>
                </a:moveTo>
                <a:lnTo>
                  <a:pt x="865961" y="503"/>
                </a:lnTo>
                <a:lnTo>
                  <a:pt x="817767" y="2005"/>
                </a:lnTo>
                <a:lnTo>
                  <a:pt x="769830" y="4497"/>
                </a:lnTo>
                <a:lnTo>
                  <a:pt x="722157" y="7969"/>
                </a:lnTo>
                <a:lnTo>
                  <a:pt x="674761" y="12410"/>
                </a:lnTo>
                <a:lnTo>
                  <a:pt x="627649" y="17811"/>
                </a:lnTo>
                <a:lnTo>
                  <a:pt x="580833" y="24162"/>
                </a:lnTo>
                <a:lnTo>
                  <a:pt x="534322" y="31453"/>
                </a:lnTo>
                <a:lnTo>
                  <a:pt x="488126" y="39674"/>
                </a:lnTo>
                <a:lnTo>
                  <a:pt x="442255" y="48815"/>
                </a:lnTo>
                <a:lnTo>
                  <a:pt x="396719" y="58866"/>
                </a:lnTo>
                <a:lnTo>
                  <a:pt x="351528" y="69817"/>
                </a:lnTo>
                <a:lnTo>
                  <a:pt x="306691" y="81659"/>
                </a:lnTo>
                <a:lnTo>
                  <a:pt x="262219" y="94381"/>
                </a:lnTo>
                <a:lnTo>
                  <a:pt x="218122" y="107974"/>
                </a:lnTo>
                <a:lnTo>
                  <a:pt x="174410" y="122427"/>
                </a:lnTo>
                <a:lnTo>
                  <a:pt x="131091" y="137731"/>
                </a:lnTo>
                <a:lnTo>
                  <a:pt x="88178" y="153875"/>
                </a:lnTo>
                <a:lnTo>
                  <a:pt x="45678" y="170851"/>
                </a:lnTo>
                <a:lnTo>
                  <a:pt x="3602" y="188647"/>
                </a:lnTo>
                <a:lnTo>
                  <a:pt x="0" y="190257"/>
                </a:lnTo>
                <a:lnTo>
                  <a:pt x="0" y="2400300"/>
                </a:lnTo>
                <a:lnTo>
                  <a:pt x="3197476" y="2400300"/>
                </a:lnTo>
                <a:lnTo>
                  <a:pt x="3198394" y="2382632"/>
                </a:lnTo>
                <a:lnTo>
                  <a:pt x="3199896" y="2334438"/>
                </a:lnTo>
                <a:lnTo>
                  <a:pt x="3200400" y="2286000"/>
                </a:lnTo>
                <a:lnTo>
                  <a:pt x="3199896" y="2237561"/>
                </a:lnTo>
                <a:lnTo>
                  <a:pt x="3198394" y="2189368"/>
                </a:lnTo>
                <a:lnTo>
                  <a:pt x="3195902" y="2141431"/>
                </a:lnTo>
                <a:lnTo>
                  <a:pt x="3192430" y="2093759"/>
                </a:lnTo>
                <a:lnTo>
                  <a:pt x="3187989" y="2046363"/>
                </a:lnTo>
                <a:lnTo>
                  <a:pt x="3182588" y="1999252"/>
                </a:lnTo>
                <a:lnTo>
                  <a:pt x="3176237" y="1952436"/>
                </a:lnTo>
                <a:lnTo>
                  <a:pt x="3168946" y="1905925"/>
                </a:lnTo>
                <a:lnTo>
                  <a:pt x="3160725" y="1859729"/>
                </a:lnTo>
                <a:lnTo>
                  <a:pt x="3151584" y="1813859"/>
                </a:lnTo>
                <a:lnTo>
                  <a:pt x="3141533" y="1768323"/>
                </a:lnTo>
                <a:lnTo>
                  <a:pt x="3130582" y="1723132"/>
                </a:lnTo>
                <a:lnTo>
                  <a:pt x="3118740" y="1678296"/>
                </a:lnTo>
                <a:lnTo>
                  <a:pt x="3106018" y="1633824"/>
                </a:lnTo>
                <a:lnTo>
                  <a:pt x="3092425" y="1589727"/>
                </a:lnTo>
                <a:lnTo>
                  <a:pt x="3077972" y="1546015"/>
                </a:lnTo>
                <a:lnTo>
                  <a:pt x="3062668" y="1502696"/>
                </a:lnTo>
                <a:lnTo>
                  <a:pt x="3046524" y="1459783"/>
                </a:lnTo>
                <a:lnTo>
                  <a:pt x="3029548" y="1417283"/>
                </a:lnTo>
                <a:lnTo>
                  <a:pt x="3011752" y="1375208"/>
                </a:lnTo>
                <a:lnTo>
                  <a:pt x="2993144" y="1333567"/>
                </a:lnTo>
                <a:lnTo>
                  <a:pt x="2973736" y="1292369"/>
                </a:lnTo>
                <a:lnTo>
                  <a:pt x="2953536" y="1251626"/>
                </a:lnTo>
                <a:lnTo>
                  <a:pt x="2932556" y="1211346"/>
                </a:lnTo>
                <a:lnTo>
                  <a:pt x="2910803" y="1171541"/>
                </a:lnTo>
                <a:lnTo>
                  <a:pt x="2888290" y="1132219"/>
                </a:lnTo>
                <a:lnTo>
                  <a:pt x="2865025" y="1093390"/>
                </a:lnTo>
                <a:lnTo>
                  <a:pt x="2841018" y="1055065"/>
                </a:lnTo>
                <a:lnTo>
                  <a:pt x="2816280" y="1017254"/>
                </a:lnTo>
                <a:lnTo>
                  <a:pt x="2790820" y="979965"/>
                </a:lnTo>
                <a:lnTo>
                  <a:pt x="2764648" y="943211"/>
                </a:lnTo>
                <a:lnTo>
                  <a:pt x="2737775" y="906999"/>
                </a:lnTo>
                <a:lnTo>
                  <a:pt x="2710209" y="871340"/>
                </a:lnTo>
                <a:lnTo>
                  <a:pt x="2681962" y="836245"/>
                </a:lnTo>
                <a:lnTo>
                  <a:pt x="2653042" y="801722"/>
                </a:lnTo>
                <a:lnTo>
                  <a:pt x="2623460" y="767782"/>
                </a:lnTo>
                <a:lnTo>
                  <a:pt x="2593225" y="734435"/>
                </a:lnTo>
                <a:lnTo>
                  <a:pt x="2562349" y="701691"/>
                </a:lnTo>
                <a:lnTo>
                  <a:pt x="2530840" y="669559"/>
                </a:lnTo>
                <a:lnTo>
                  <a:pt x="2498708" y="638050"/>
                </a:lnTo>
                <a:lnTo>
                  <a:pt x="2465964" y="607174"/>
                </a:lnTo>
                <a:lnTo>
                  <a:pt x="2432617" y="576939"/>
                </a:lnTo>
                <a:lnTo>
                  <a:pt x="2398677" y="547357"/>
                </a:lnTo>
                <a:lnTo>
                  <a:pt x="2364154" y="518437"/>
                </a:lnTo>
                <a:lnTo>
                  <a:pt x="2329059" y="490190"/>
                </a:lnTo>
                <a:lnTo>
                  <a:pt x="2293400" y="462624"/>
                </a:lnTo>
                <a:lnTo>
                  <a:pt x="2257188" y="435751"/>
                </a:lnTo>
                <a:lnTo>
                  <a:pt x="2220434" y="409579"/>
                </a:lnTo>
                <a:lnTo>
                  <a:pt x="2183145" y="384119"/>
                </a:lnTo>
                <a:lnTo>
                  <a:pt x="2145334" y="359381"/>
                </a:lnTo>
                <a:lnTo>
                  <a:pt x="2107009" y="335374"/>
                </a:lnTo>
                <a:lnTo>
                  <a:pt x="2068180" y="312109"/>
                </a:lnTo>
                <a:lnTo>
                  <a:pt x="2028858" y="289596"/>
                </a:lnTo>
                <a:lnTo>
                  <a:pt x="1989053" y="267843"/>
                </a:lnTo>
                <a:lnTo>
                  <a:pt x="1948773" y="246863"/>
                </a:lnTo>
                <a:lnTo>
                  <a:pt x="1908030" y="226663"/>
                </a:lnTo>
                <a:lnTo>
                  <a:pt x="1866832" y="207255"/>
                </a:lnTo>
                <a:lnTo>
                  <a:pt x="1825191" y="188647"/>
                </a:lnTo>
                <a:lnTo>
                  <a:pt x="1783116" y="170851"/>
                </a:lnTo>
                <a:lnTo>
                  <a:pt x="1740616" y="153875"/>
                </a:lnTo>
                <a:lnTo>
                  <a:pt x="1697703" y="137731"/>
                </a:lnTo>
                <a:lnTo>
                  <a:pt x="1654384" y="122427"/>
                </a:lnTo>
                <a:lnTo>
                  <a:pt x="1610672" y="107974"/>
                </a:lnTo>
                <a:lnTo>
                  <a:pt x="1566575" y="94381"/>
                </a:lnTo>
                <a:lnTo>
                  <a:pt x="1522103" y="81659"/>
                </a:lnTo>
                <a:lnTo>
                  <a:pt x="1477267" y="69817"/>
                </a:lnTo>
                <a:lnTo>
                  <a:pt x="1432076" y="58866"/>
                </a:lnTo>
                <a:lnTo>
                  <a:pt x="1386540" y="48815"/>
                </a:lnTo>
                <a:lnTo>
                  <a:pt x="1340670" y="39674"/>
                </a:lnTo>
                <a:lnTo>
                  <a:pt x="1294474" y="31453"/>
                </a:lnTo>
                <a:lnTo>
                  <a:pt x="1247963" y="24162"/>
                </a:lnTo>
                <a:lnTo>
                  <a:pt x="1201147" y="17811"/>
                </a:lnTo>
                <a:lnTo>
                  <a:pt x="1154036" y="12410"/>
                </a:lnTo>
                <a:lnTo>
                  <a:pt x="1106640" y="7969"/>
                </a:lnTo>
                <a:lnTo>
                  <a:pt x="1058968" y="4497"/>
                </a:lnTo>
                <a:lnTo>
                  <a:pt x="1011031" y="2005"/>
                </a:lnTo>
                <a:lnTo>
                  <a:pt x="962838" y="503"/>
                </a:lnTo>
                <a:lnTo>
                  <a:pt x="914400" y="0"/>
                </a:lnTo>
                <a:close/>
              </a:path>
            </a:pathLst>
          </a:custGeom>
          <a:solidFill>
            <a:srgbClr val="4990D9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2743200"/>
            <a:ext cx="3200400" cy="2400300"/>
          </a:xfrm>
          <a:custGeom>
            <a:avLst/>
            <a:gdLst/>
            <a:ahLst/>
            <a:cxnLst/>
            <a:rect l="l" t="t" r="r" b="b"/>
            <a:pathLst>
              <a:path w="3200400" h="2400300">
                <a:moveTo>
                  <a:pt x="0" y="190257"/>
                </a:moveTo>
                <a:lnTo>
                  <a:pt x="45678" y="170851"/>
                </a:lnTo>
                <a:lnTo>
                  <a:pt x="88178" y="153875"/>
                </a:lnTo>
                <a:lnTo>
                  <a:pt x="131091" y="137731"/>
                </a:lnTo>
                <a:lnTo>
                  <a:pt x="174410" y="122427"/>
                </a:lnTo>
                <a:lnTo>
                  <a:pt x="218122" y="107974"/>
                </a:lnTo>
                <a:lnTo>
                  <a:pt x="262219" y="94381"/>
                </a:lnTo>
                <a:lnTo>
                  <a:pt x="306691" y="81659"/>
                </a:lnTo>
                <a:lnTo>
                  <a:pt x="351528" y="69817"/>
                </a:lnTo>
                <a:lnTo>
                  <a:pt x="396719" y="58866"/>
                </a:lnTo>
                <a:lnTo>
                  <a:pt x="442255" y="48815"/>
                </a:lnTo>
                <a:lnTo>
                  <a:pt x="488126" y="39674"/>
                </a:lnTo>
                <a:lnTo>
                  <a:pt x="534322" y="31453"/>
                </a:lnTo>
                <a:lnTo>
                  <a:pt x="580833" y="24162"/>
                </a:lnTo>
                <a:lnTo>
                  <a:pt x="627649" y="17811"/>
                </a:lnTo>
                <a:lnTo>
                  <a:pt x="674761" y="12410"/>
                </a:lnTo>
                <a:lnTo>
                  <a:pt x="722157" y="7969"/>
                </a:lnTo>
                <a:lnTo>
                  <a:pt x="769830" y="4497"/>
                </a:lnTo>
                <a:lnTo>
                  <a:pt x="817767" y="2005"/>
                </a:lnTo>
                <a:lnTo>
                  <a:pt x="865961" y="503"/>
                </a:lnTo>
                <a:lnTo>
                  <a:pt x="914400" y="0"/>
                </a:lnTo>
                <a:lnTo>
                  <a:pt x="962838" y="503"/>
                </a:lnTo>
                <a:lnTo>
                  <a:pt x="1011031" y="2005"/>
                </a:lnTo>
                <a:lnTo>
                  <a:pt x="1058968" y="4497"/>
                </a:lnTo>
                <a:lnTo>
                  <a:pt x="1106640" y="7969"/>
                </a:lnTo>
                <a:lnTo>
                  <a:pt x="1154036" y="12410"/>
                </a:lnTo>
                <a:lnTo>
                  <a:pt x="1201147" y="17811"/>
                </a:lnTo>
                <a:lnTo>
                  <a:pt x="1247963" y="24162"/>
                </a:lnTo>
                <a:lnTo>
                  <a:pt x="1294474" y="31453"/>
                </a:lnTo>
                <a:lnTo>
                  <a:pt x="1340670" y="39674"/>
                </a:lnTo>
                <a:lnTo>
                  <a:pt x="1386540" y="48815"/>
                </a:lnTo>
                <a:lnTo>
                  <a:pt x="1432076" y="58866"/>
                </a:lnTo>
                <a:lnTo>
                  <a:pt x="1477267" y="69817"/>
                </a:lnTo>
                <a:lnTo>
                  <a:pt x="1522103" y="81659"/>
                </a:lnTo>
                <a:lnTo>
                  <a:pt x="1566575" y="94381"/>
                </a:lnTo>
                <a:lnTo>
                  <a:pt x="1610672" y="107974"/>
                </a:lnTo>
                <a:lnTo>
                  <a:pt x="1654384" y="122427"/>
                </a:lnTo>
                <a:lnTo>
                  <a:pt x="1697703" y="137731"/>
                </a:lnTo>
                <a:lnTo>
                  <a:pt x="1740616" y="153875"/>
                </a:lnTo>
                <a:lnTo>
                  <a:pt x="1783116" y="170851"/>
                </a:lnTo>
                <a:lnTo>
                  <a:pt x="1825191" y="188647"/>
                </a:lnTo>
                <a:lnTo>
                  <a:pt x="1866832" y="207255"/>
                </a:lnTo>
                <a:lnTo>
                  <a:pt x="1908030" y="226663"/>
                </a:lnTo>
                <a:lnTo>
                  <a:pt x="1948773" y="246863"/>
                </a:lnTo>
                <a:lnTo>
                  <a:pt x="1989053" y="267843"/>
                </a:lnTo>
                <a:lnTo>
                  <a:pt x="2028858" y="289596"/>
                </a:lnTo>
                <a:lnTo>
                  <a:pt x="2068180" y="312109"/>
                </a:lnTo>
                <a:lnTo>
                  <a:pt x="2107009" y="335374"/>
                </a:lnTo>
                <a:lnTo>
                  <a:pt x="2145334" y="359381"/>
                </a:lnTo>
                <a:lnTo>
                  <a:pt x="2183145" y="384119"/>
                </a:lnTo>
                <a:lnTo>
                  <a:pt x="2220434" y="409579"/>
                </a:lnTo>
                <a:lnTo>
                  <a:pt x="2257188" y="435751"/>
                </a:lnTo>
                <a:lnTo>
                  <a:pt x="2293400" y="462624"/>
                </a:lnTo>
                <a:lnTo>
                  <a:pt x="2329059" y="490190"/>
                </a:lnTo>
                <a:lnTo>
                  <a:pt x="2364154" y="518437"/>
                </a:lnTo>
                <a:lnTo>
                  <a:pt x="2398677" y="547357"/>
                </a:lnTo>
                <a:lnTo>
                  <a:pt x="2432617" y="576939"/>
                </a:lnTo>
                <a:lnTo>
                  <a:pt x="2465964" y="607174"/>
                </a:lnTo>
                <a:lnTo>
                  <a:pt x="2498708" y="638050"/>
                </a:lnTo>
                <a:lnTo>
                  <a:pt x="2530840" y="669559"/>
                </a:lnTo>
                <a:lnTo>
                  <a:pt x="2562349" y="701691"/>
                </a:lnTo>
                <a:lnTo>
                  <a:pt x="2593225" y="734435"/>
                </a:lnTo>
                <a:lnTo>
                  <a:pt x="2623460" y="767782"/>
                </a:lnTo>
                <a:lnTo>
                  <a:pt x="2653042" y="801722"/>
                </a:lnTo>
                <a:lnTo>
                  <a:pt x="2681962" y="836245"/>
                </a:lnTo>
                <a:lnTo>
                  <a:pt x="2710209" y="871340"/>
                </a:lnTo>
                <a:lnTo>
                  <a:pt x="2737775" y="906999"/>
                </a:lnTo>
                <a:lnTo>
                  <a:pt x="2764648" y="943211"/>
                </a:lnTo>
                <a:lnTo>
                  <a:pt x="2790820" y="979965"/>
                </a:lnTo>
                <a:lnTo>
                  <a:pt x="2816280" y="1017254"/>
                </a:lnTo>
                <a:lnTo>
                  <a:pt x="2841018" y="1055065"/>
                </a:lnTo>
                <a:lnTo>
                  <a:pt x="2865025" y="1093390"/>
                </a:lnTo>
                <a:lnTo>
                  <a:pt x="2888290" y="1132219"/>
                </a:lnTo>
                <a:lnTo>
                  <a:pt x="2910803" y="1171541"/>
                </a:lnTo>
                <a:lnTo>
                  <a:pt x="2932556" y="1211346"/>
                </a:lnTo>
                <a:lnTo>
                  <a:pt x="2953536" y="1251626"/>
                </a:lnTo>
                <a:lnTo>
                  <a:pt x="2973736" y="1292369"/>
                </a:lnTo>
                <a:lnTo>
                  <a:pt x="2993144" y="1333567"/>
                </a:lnTo>
                <a:lnTo>
                  <a:pt x="3011752" y="1375208"/>
                </a:lnTo>
                <a:lnTo>
                  <a:pt x="3029548" y="1417283"/>
                </a:lnTo>
                <a:lnTo>
                  <a:pt x="3046524" y="1459783"/>
                </a:lnTo>
                <a:lnTo>
                  <a:pt x="3062668" y="1502696"/>
                </a:lnTo>
                <a:lnTo>
                  <a:pt x="3077972" y="1546015"/>
                </a:lnTo>
                <a:lnTo>
                  <a:pt x="3092425" y="1589727"/>
                </a:lnTo>
                <a:lnTo>
                  <a:pt x="3106018" y="1633824"/>
                </a:lnTo>
                <a:lnTo>
                  <a:pt x="3118740" y="1678296"/>
                </a:lnTo>
                <a:lnTo>
                  <a:pt x="3130582" y="1723132"/>
                </a:lnTo>
                <a:lnTo>
                  <a:pt x="3141533" y="1768323"/>
                </a:lnTo>
                <a:lnTo>
                  <a:pt x="3151584" y="1813859"/>
                </a:lnTo>
                <a:lnTo>
                  <a:pt x="3160725" y="1859729"/>
                </a:lnTo>
                <a:lnTo>
                  <a:pt x="3168946" y="1905925"/>
                </a:lnTo>
                <a:lnTo>
                  <a:pt x="3176237" y="1952436"/>
                </a:lnTo>
                <a:lnTo>
                  <a:pt x="3182588" y="1999252"/>
                </a:lnTo>
                <a:lnTo>
                  <a:pt x="3187989" y="2046363"/>
                </a:lnTo>
                <a:lnTo>
                  <a:pt x="3192430" y="2093759"/>
                </a:lnTo>
                <a:lnTo>
                  <a:pt x="3195902" y="2141431"/>
                </a:lnTo>
                <a:lnTo>
                  <a:pt x="3198394" y="2189368"/>
                </a:lnTo>
                <a:lnTo>
                  <a:pt x="3199896" y="2237561"/>
                </a:lnTo>
                <a:lnTo>
                  <a:pt x="3200400" y="2286000"/>
                </a:lnTo>
                <a:lnTo>
                  <a:pt x="3199896" y="2334438"/>
                </a:lnTo>
                <a:lnTo>
                  <a:pt x="3198394" y="2382632"/>
                </a:lnTo>
                <a:lnTo>
                  <a:pt x="3197476" y="2400300"/>
                </a:lnTo>
              </a:path>
            </a:pathLst>
          </a:custGeom>
          <a:ln w="12700">
            <a:solidFill>
              <a:srgbClr val="4990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315200" y="0"/>
            <a:ext cx="1828800" cy="2743200"/>
          </a:xfrm>
          <a:custGeom>
            <a:avLst/>
            <a:gdLst/>
            <a:ahLst/>
            <a:cxnLst/>
            <a:rect l="l" t="t" r="r" b="b"/>
            <a:pathLst>
              <a:path w="1828800" h="2743200">
                <a:moveTo>
                  <a:pt x="1828800" y="0"/>
                </a:moveTo>
                <a:lnTo>
                  <a:pt x="244764" y="0"/>
                </a:lnTo>
                <a:lnTo>
                  <a:pt x="227472" y="30368"/>
                </a:lnTo>
                <a:lnTo>
                  <a:pt x="206200" y="69964"/>
                </a:lnTo>
                <a:lnTo>
                  <a:pt x="185879" y="110134"/>
                </a:lnTo>
                <a:lnTo>
                  <a:pt x="166524" y="150865"/>
                </a:lnTo>
                <a:lnTo>
                  <a:pt x="148152" y="192140"/>
                </a:lnTo>
                <a:lnTo>
                  <a:pt x="130776" y="233946"/>
                </a:lnTo>
                <a:lnTo>
                  <a:pt x="114412" y="276267"/>
                </a:lnTo>
                <a:lnTo>
                  <a:pt x="99076" y="319088"/>
                </a:lnTo>
                <a:lnTo>
                  <a:pt x="84781" y="362393"/>
                </a:lnTo>
                <a:lnTo>
                  <a:pt x="71543" y="406168"/>
                </a:lnTo>
                <a:lnTo>
                  <a:pt x="59377" y="450399"/>
                </a:lnTo>
                <a:lnTo>
                  <a:pt x="48299" y="495068"/>
                </a:lnTo>
                <a:lnTo>
                  <a:pt x="38322" y="540163"/>
                </a:lnTo>
                <a:lnTo>
                  <a:pt x="29463" y="585667"/>
                </a:lnTo>
                <a:lnTo>
                  <a:pt x="21737" y="631566"/>
                </a:lnTo>
                <a:lnTo>
                  <a:pt x="15158" y="677844"/>
                </a:lnTo>
                <a:lnTo>
                  <a:pt x="9741" y="724486"/>
                </a:lnTo>
                <a:lnTo>
                  <a:pt x="5502" y="771478"/>
                </a:lnTo>
                <a:lnTo>
                  <a:pt x="2455" y="818804"/>
                </a:lnTo>
                <a:lnTo>
                  <a:pt x="616" y="866450"/>
                </a:lnTo>
                <a:lnTo>
                  <a:pt x="0" y="914400"/>
                </a:lnTo>
                <a:lnTo>
                  <a:pt x="616" y="962349"/>
                </a:lnTo>
                <a:lnTo>
                  <a:pt x="2455" y="1009995"/>
                </a:lnTo>
                <a:lnTo>
                  <a:pt x="5502" y="1057321"/>
                </a:lnTo>
                <a:lnTo>
                  <a:pt x="9741" y="1104313"/>
                </a:lnTo>
                <a:lnTo>
                  <a:pt x="15158" y="1150955"/>
                </a:lnTo>
                <a:lnTo>
                  <a:pt x="21737" y="1197233"/>
                </a:lnTo>
                <a:lnTo>
                  <a:pt x="29464" y="1243132"/>
                </a:lnTo>
                <a:lnTo>
                  <a:pt x="38322" y="1288636"/>
                </a:lnTo>
                <a:lnTo>
                  <a:pt x="48299" y="1333731"/>
                </a:lnTo>
                <a:lnTo>
                  <a:pt x="59377" y="1378400"/>
                </a:lnTo>
                <a:lnTo>
                  <a:pt x="71543" y="1422631"/>
                </a:lnTo>
                <a:lnTo>
                  <a:pt x="84781" y="1466406"/>
                </a:lnTo>
                <a:lnTo>
                  <a:pt x="99076" y="1509711"/>
                </a:lnTo>
                <a:lnTo>
                  <a:pt x="114412" y="1552532"/>
                </a:lnTo>
                <a:lnTo>
                  <a:pt x="130776" y="1594853"/>
                </a:lnTo>
                <a:lnTo>
                  <a:pt x="148152" y="1636659"/>
                </a:lnTo>
                <a:lnTo>
                  <a:pt x="166524" y="1677934"/>
                </a:lnTo>
                <a:lnTo>
                  <a:pt x="185879" y="1718665"/>
                </a:lnTo>
                <a:lnTo>
                  <a:pt x="206200" y="1758835"/>
                </a:lnTo>
                <a:lnTo>
                  <a:pt x="227472" y="1798431"/>
                </a:lnTo>
                <a:lnTo>
                  <a:pt x="249681" y="1837436"/>
                </a:lnTo>
                <a:lnTo>
                  <a:pt x="272812" y="1875835"/>
                </a:lnTo>
                <a:lnTo>
                  <a:pt x="296850" y="1913614"/>
                </a:lnTo>
                <a:lnTo>
                  <a:pt x="321778" y="1950758"/>
                </a:lnTo>
                <a:lnTo>
                  <a:pt x="347583" y="1987251"/>
                </a:lnTo>
                <a:lnTo>
                  <a:pt x="374250" y="2023079"/>
                </a:lnTo>
                <a:lnTo>
                  <a:pt x="401762" y="2058226"/>
                </a:lnTo>
                <a:lnTo>
                  <a:pt x="430106" y="2092677"/>
                </a:lnTo>
                <a:lnTo>
                  <a:pt x="459266" y="2126418"/>
                </a:lnTo>
                <a:lnTo>
                  <a:pt x="489227" y="2159433"/>
                </a:lnTo>
                <a:lnTo>
                  <a:pt x="519974" y="2191707"/>
                </a:lnTo>
                <a:lnTo>
                  <a:pt x="551492" y="2223225"/>
                </a:lnTo>
                <a:lnTo>
                  <a:pt x="583766" y="2253972"/>
                </a:lnTo>
                <a:lnTo>
                  <a:pt x="616781" y="2283933"/>
                </a:lnTo>
                <a:lnTo>
                  <a:pt x="650522" y="2313093"/>
                </a:lnTo>
                <a:lnTo>
                  <a:pt x="684973" y="2341437"/>
                </a:lnTo>
                <a:lnTo>
                  <a:pt x="720120" y="2368949"/>
                </a:lnTo>
                <a:lnTo>
                  <a:pt x="755948" y="2395616"/>
                </a:lnTo>
                <a:lnTo>
                  <a:pt x="792441" y="2421421"/>
                </a:lnTo>
                <a:lnTo>
                  <a:pt x="829585" y="2446349"/>
                </a:lnTo>
                <a:lnTo>
                  <a:pt x="867364" y="2470387"/>
                </a:lnTo>
                <a:lnTo>
                  <a:pt x="905763" y="2493518"/>
                </a:lnTo>
                <a:lnTo>
                  <a:pt x="944768" y="2515727"/>
                </a:lnTo>
                <a:lnTo>
                  <a:pt x="984364" y="2536999"/>
                </a:lnTo>
                <a:lnTo>
                  <a:pt x="1024534" y="2557320"/>
                </a:lnTo>
                <a:lnTo>
                  <a:pt x="1065265" y="2576675"/>
                </a:lnTo>
                <a:lnTo>
                  <a:pt x="1106540" y="2595047"/>
                </a:lnTo>
                <a:lnTo>
                  <a:pt x="1148346" y="2612423"/>
                </a:lnTo>
                <a:lnTo>
                  <a:pt x="1190667" y="2628787"/>
                </a:lnTo>
                <a:lnTo>
                  <a:pt x="1233488" y="2644123"/>
                </a:lnTo>
                <a:lnTo>
                  <a:pt x="1276793" y="2658418"/>
                </a:lnTo>
                <a:lnTo>
                  <a:pt x="1320568" y="2671656"/>
                </a:lnTo>
                <a:lnTo>
                  <a:pt x="1364799" y="2683822"/>
                </a:lnTo>
                <a:lnTo>
                  <a:pt x="1409468" y="2694900"/>
                </a:lnTo>
                <a:lnTo>
                  <a:pt x="1454563" y="2704877"/>
                </a:lnTo>
                <a:lnTo>
                  <a:pt x="1500067" y="2713736"/>
                </a:lnTo>
                <a:lnTo>
                  <a:pt x="1545966" y="2721462"/>
                </a:lnTo>
                <a:lnTo>
                  <a:pt x="1592244" y="2728041"/>
                </a:lnTo>
                <a:lnTo>
                  <a:pt x="1638886" y="2733458"/>
                </a:lnTo>
                <a:lnTo>
                  <a:pt x="1685878" y="2737697"/>
                </a:lnTo>
                <a:lnTo>
                  <a:pt x="1733204" y="2740744"/>
                </a:lnTo>
                <a:lnTo>
                  <a:pt x="1780850" y="2742583"/>
                </a:lnTo>
                <a:lnTo>
                  <a:pt x="1828800" y="2743200"/>
                </a:lnTo>
                <a:lnTo>
                  <a:pt x="1828800" y="0"/>
                </a:lnTo>
                <a:close/>
              </a:path>
            </a:pathLst>
          </a:custGeom>
          <a:solidFill>
            <a:srgbClr val="C9DCFB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315200" y="0"/>
            <a:ext cx="1828800" cy="2743200"/>
          </a:xfrm>
          <a:custGeom>
            <a:avLst/>
            <a:gdLst/>
            <a:ahLst/>
            <a:cxnLst/>
            <a:rect l="l" t="t" r="r" b="b"/>
            <a:pathLst>
              <a:path w="1828800" h="2743200">
                <a:moveTo>
                  <a:pt x="1828800" y="2743200"/>
                </a:moveTo>
                <a:lnTo>
                  <a:pt x="1780850" y="2742583"/>
                </a:lnTo>
                <a:lnTo>
                  <a:pt x="1733204" y="2740744"/>
                </a:lnTo>
                <a:lnTo>
                  <a:pt x="1685878" y="2737697"/>
                </a:lnTo>
                <a:lnTo>
                  <a:pt x="1638886" y="2733458"/>
                </a:lnTo>
                <a:lnTo>
                  <a:pt x="1592244" y="2728041"/>
                </a:lnTo>
                <a:lnTo>
                  <a:pt x="1545966" y="2721462"/>
                </a:lnTo>
                <a:lnTo>
                  <a:pt x="1500067" y="2713736"/>
                </a:lnTo>
                <a:lnTo>
                  <a:pt x="1454563" y="2704877"/>
                </a:lnTo>
                <a:lnTo>
                  <a:pt x="1409468" y="2694900"/>
                </a:lnTo>
                <a:lnTo>
                  <a:pt x="1364799" y="2683822"/>
                </a:lnTo>
                <a:lnTo>
                  <a:pt x="1320568" y="2671656"/>
                </a:lnTo>
                <a:lnTo>
                  <a:pt x="1276793" y="2658418"/>
                </a:lnTo>
                <a:lnTo>
                  <a:pt x="1233488" y="2644123"/>
                </a:lnTo>
                <a:lnTo>
                  <a:pt x="1190667" y="2628787"/>
                </a:lnTo>
                <a:lnTo>
                  <a:pt x="1148346" y="2612423"/>
                </a:lnTo>
                <a:lnTo>
                  <a:pt x="1106540" y="2595047"/>
                </a:lnTo>
                <a:lnTo>
                  <a:pt x="1065265" y="2576675"/>
                </a:lnTo>
                <a:lnTo>
                  <a:pt x="1024534" y="2557320"/>
                </a:lnTo>
                <a:lnTo>
                  <a:pt x="984364" y="2536999"/>
                </a:lnTo>
                <a:lnTo>
                  <a:pt x="944768" y="2515727"/>
                </a:lnTo>
                <a:lnTo>
                  <a:pt x="905763" y="2493518"/>
                </a:lnTo>
                <a:lnTo>
                  <a:pt x="867364" y="2470387"/>
                </a:lnTo>
                <a:lnTo>
                  <a:pt x="829585" y="2446349"/>
                </a:lnTo>
                <a:lnTo>
                  <a:pt x="792441" y="2421421"/>
                </a:lnTo>
                <a:lnTo>
                  <a:pt x="755948" y="2395616"/>
                </a:lnTo>
                <a:lnTo>
                  <a:pt x="720120" y="2368949"/>
                </a:lnTo>
                <a:lnTo>
                  <a:pt x="684973" y="2341437"/>
                </a:lnTo>
                <a:lnTo>
                  <a:pt x="650522" y="2313093"/>
                </a:lnTo>
                <a:lnTo>
                  <a:pt x="616781" y="2283933"/>
                </a:lnTo>
                <a:lnTo>
                  <a:pt x="583766" y="2253972"/>
                </a:lnTo>
                <a:lnTo>
                  <a:pt x="551492" y="2223225"/>
                </a:lnTo>
                <a:lnTo>
                  <a:pt x="519974" y="2191707"/>
                </a:lnTo>
                <a:lnTo>
                  <a:pt x="489227" y="2159433"/>
                </a:lnTo>
                <a:lnTo>
                  <a:pt x="459266" y="2126418"/>
                </a:lnTo>
                <a:lnTo>
                  <a:pt x="430106" y="2092677"/>
                </a:lnTo>
                <a:lnTo>
                  <a:pt x="401762" y="2058226"/>
                </a:lnTo>
                <a:lnTo>
                  <a:pt x="374250" y="2023079"/>
                </a:lnTo>
                <a:lnTo>
                  <a:pt x="347583" y="1987251"/>
                </a:lnTo>
                <a:lnTo>
                  <a:pt x="321778" y="1950758"/>
                </a:lnTo>
                <a:lnTo>
                  <a:pt x="296850" y="1913614"/>
                </a:lnTo>
                <a:lnTo>
                  <a:pt x="272812" y="1875835"/>
                </a:lnTo>
                <a:lnTo>
                  <a:pt x="249681" y="1837436"/>
                </a:lnTo>
                <a:lnTo>
                  <a:pt x="227472" y="1798431"/>
                </a:lnTo>
                <a:lnTo>
                  <a:pt x="206200" y="1758835"/>
                </a:lnTo>
                <a:lnTo>
                  <a:pt x="185879" y="1718665"/>
                </a:lnTo>
                <a:lnTo>
                  <a:pt x="166524" y="1677934"/>
                </a:lnTo>
                <a:lnTo>
                  <a:pt x="148152" y="1636659"/>
                </a:lnTo>
                <a:lnTo>
                  <a:pt x="130776" y="1594853"/>
                </a:lnTo>
                <a:lnTo>
                  <a:pt x="114412" y="1552532"/>
                </a:lnTo>
                <a:lnTo>
                  <a:pt x="99076" y="1509711"/>
                </a:lnTo>
                <a:lnTo>
                  <a:pt x="84781" y="1466406"/>
                </a:lnTo>
                <a:lnTo>
                  <a:pt x="71543" y="1422631"/>
                </a:lnTo>
                <a:lnTo>
                  <a:pt x="59377" y="1378400"/>
                </a:lnTo>
                <a:lnTo>
                  <a:pt x="48299" y="1333731"/>
                </a:lnTo>
                <a:lnTo>
                  <a:pt x="38322" y="1288636"/>
                </a:lnTo>
                <a:lnTo>
                  <a:pt x="29464" y="1243132"/>
                </a:lnTo>
                <a:lnTo>
                  <a:pt x="21737" y="1197233"/>
                </a:lnTo>
                <a:lnTo>
                  <a:pt x="15158" y="1150955"/>
                </a:lnTo>
                <a:lnTo>
                  <a:pt x="9741" y="1104313"/>
                </a:lnTo>
                <a:lnTo>
                  <a:pt x="5502" y="1057321"/>
                </a:lnTo>
                <a:lnTo>
                  <a:pt x="2455" y="1009995"/>
                </a:lnTo>
                <a:lnTo>
                  <a:pt x="616" y="962349"/>
                </a:lnTo>
                <a:lnTo>
                  <a:pt x="0" y="914400"/>
                </a:lnTo>
                <a:lnTo>
                  <a:pt x="616" y="866450"/>
                </a:lnTo>
                <a:lnTo>
                  <a:pt x="2455" y="818804"/>
                </a:lnTo>
                <a:lnTo>
                  <a:pt x="5502" y="771478"/>
                </a:lnTo>
                <a:lnTo>
                  <a:pt x="9741" y="724486"/>
                </a:lnTo>
                <a:lnTo>
                  <a:pt x="15158" y="677844"/>
                </a:lnTo>
                <a:lnTo>
                  <a:pt x="21737" y="631566"/>
                </a:lnTo>
                <a:lnTo>
                  <a:pt x="29463" y="585667"/>
                </a:lnTo>
                <a:lnTo>
                  <a:pt x="38322" y="540163"/>
                </a:lnTo>
                <a:lnTo>
                  <a:pt x="48299" y="495068"/>
                </a:lnTo>
                <a:lnTo>
                  <a:pt x="59377" y="450399"/>
                </a:lnTo>
                <a:lnTo>
                  <a:pt x="71543" y="406168"/>
                </a:lnTo>
                <a:lnTo>
                  <a:pt x="84781" y="362393"/>
                </a:lnTo>
                <a:lnTo>
                  <a:pt x="99076" y="319088"/>
                </a:lnTo>
                <a:lnTo>
                  <a:pt x="114412" y="276267"/>
                </a:lnTo>
                <a:lnTo>
                  <a:pt x="130776" y="233946"/>
                </a:lnTo>
                <a:lnTo>
                  <a:pt x="148152" y="192140"/>
                </a:lnTo>
                <a:lnTo>
                  <a:pt x="166524" y="150865"/>
                </a:lnTo>
                <a:lnTo>
                  <a:pt x="185879" y="110134"/>
                </a:lnTo>
                <a:lnTo>
                  <a:pt x="206200" y="69964"/>
                </a:lnTo>
                <a:lnTo>
                  <a:pt x="227472" y="30368"/>
                </a:lnTo>
                <a:lnTo>
                  <a:pt x="244764" y="0"/>
                </a:lnTo>
              </a:path>
            </a:pathLst>
          </a:custGeom>
          <a:ln w="12700">
            <a:solidFill>
              <a:srgbClr val="C9DC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4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260350"/>
            <a:ext cx="458406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380" y="995146"/>
            <a:ext cx="5161280" cy="1946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9DCFB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4000" spc="-20">
                <a:latin typeface="Times New Roman"/>
                <a:cs typeface="Times New Roman"/>
              </a:rPr>
              <a:t>Java-</a:t>
            </a:r>
            <a:r>
              <a:rPr dirty="0" sz="4000">
                <a:latin typeface="Times New Roman"/>
                <a:cs typeface="Times New Roman"/>
              </a:rPr>
              <a:t>Based</a:t>
            </a:r>
            <a:r>
              <a:rPr dirty="0" sz="4000" spc="-114">
                <a:latin typeface="Times New Roman"/>
                <a:cs typeface="Times New Roman"/>
              </a:rPr>
              <a:t> Test</a:t>
            </a:r>
            <a:r>
              <a:rPr dirty="0" sz="4000" spc="-215">
                <a:latin typeface="Times New Roman"/>
                <a:cs typeface="Times New Roman"/>
              </a:rPr>
              <a:t> </a:t>
            </a:r>
            <a:r>
              <a:rPr dirty="0" sz="4000" spc="-10">
                <a:latin typeface="Times New Roman"/>
                <a:cs typeface="Times New Roman"/>
              </a:rPr>
              <a:t>Automation </a:t>
            </a:r>
            <a:r>
              <a:rPr dirty="0" sz="4000" spc="-10">
                <a:solidFill>
                  <a:srgbClr val="C9DCFB"/>
                </a:solidFill>
                <a:latin typeface="Times New Roman"/>
                <a:cs typeface="Times New Roman"/>
              </a:rPr>
              <a:t>Framework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42290" y="2828289"/>
            <a:ext cx="3213100" cy="49530"/>
            <a:chOff x="542290" y="2828289"/>
            <a:chExt cx="3213100" cy="49530"/>
          </a:xfrm>
        </p:grpSpPr>
        <p:sp>
          <p:nvSpPr>
            <p:cNvPr id="4" name="object 4" descr=""/>
            <p:cNvSpPr/>
            <p:nvPr/>
          </p:nvSpPr>
          <p:spPr>
            <a:xfrm>
              <a:off x="548640" y="2834639"/>
              <a:ext cx="3200400" cy="36830"/>
            </a:xfrm>
            <a:custGeom>
              <a:avLst/>
              <a:gdLst/>
              <a:ahLst/>
              <a:cxnLst/>
              <a:rect l="l" t="t" r="r" b="b"/>
              <a:pathLst>
                <a:path w="3200400" h="36830">
                  <a:moveTo>
                    <a:pt x="32004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200400" y="36575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499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8640" y="2834639"/>
              <a:ext cx="3200400" cy="36830"/>
            </a:xfrm>
            <a:custGeom>
              <a:avLst/>
              <a:gdLst/>
              <a:ahLst/>
              <a:cxnLst/>
              <a:rect l="l" t="t" r="r" b="b"/>
              <a:pathLst>
                <a:path w="3200400" h="36830">
                  <a:moveTo>
                    <a:pt x="0" y="36575"/>
                  </a:moveTo>
                  <a:lnTo>
                    <a:pt x="3200400" y="36575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27380" y="3052952"/>
            <a:ext cx="33826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C9DCFB"/>
                </a:solidFill>
                <a:latin typeface="Times New Roman"/>
                <a:cs typeface="Times New Roman"/>
              </a:rPr>
              <a:t>Spring</a:t>
            </a:r>
            <a:r>
              <a:rPr dirty="0" sz="1400" spc="-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400" i="1">
                <a:solidFill>
                  <a:srgbClr val="C9DCFB"/>
                </a:solidFill>
                <a:latin typeface="Times New Roman"/>
                <a:cs typeface="Times New Roman"/>
              </a:rPr>
              <a:t>Boot</a:t>
            </a:r>
            <a:r>
              <a:rPr dirty="0" sz="1400" spc="-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400" i="1">
                <a:solidFill>
                  <a:srgbClr val="C9DCFB"/>
                </a:solidFill>
                <a:latin typeface="Times New Roman"/>
                <a:cs typeface="Times New Roman"/>
              </a:rPr>
              <a:t>·</a:t>
            </a:r>
            <a:r>
              <a:rPr dirty="0" sz="1400" spc="-3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400" i="1">
                <a:solidFill>
                  <a:srgbClr val="C9DCFB"/>
                </a:solidFill>
                <a:latin typeface="Times New Roman"/>
                <a:cs typeface="Times New Roman"/>
              </a:rPr>
              <a:t>Selenium</a:t>
            </a:r>
            <a:r>
              <a:rPr dirty="0" sz="1400" spc="-4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400" i="1">
                <a:solidFill>
                  <a:srgbClr val="C9DCFB"/>
                </a:solidFill>
                <a:latin typeface="Times New Roman"/>
                <a:cs typeface="Times New Roman"/>
              </a:rPr>
              <a:t>·</a:t>
            </a:r>
            <a:r>
              <a:rPr dirty="0" sz="1400" spc="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400" spc="-30" i="1">
                <a:solidFill>
                  <a:srgbClr val="C9DCFB"/>
                </a:solidFill>
                <a:latin typeface="Times New Roman"/>
                <a:cs typeface="Times New Roman"/>
              </a:rPr>
              <a:t>REST-</a:t>
            </a:r>
            <a:r>
              <a:rPr dirty="0" sz="1400" spc="-10" i="1">
                <a:solidFill>
                  <a:srgbClr val="C9DCFB"/>
                </a:solidFill>
                <a:latin typeface="Times New Roman"/>
                <a:cs typeface="Times New Roman"/>
              </a:rPr>
              <a:t>Assured</a:t>
            </a:r>
            <a:r>
              <a:rPr dirty="0" sz="1400" spc="-3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400" i="1">
                <a:solidFill>
                  <a:srgbClr val="C9DCFB"/>
                </a:solidFill>
                <a:latin typeface="Times New Roman"/>
                <a:cs typeface="Times New Roman"/>
              </a:rPr>
              <a:t>·</a:t>
            </a:r>
            <a:r>
              <a:rPr dirty="0" sz="1400" spc="-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400" spc="-20" i="1">
                <a:solidFill>
                  <a:srgbClr val="C9DCFB"/>
                </a:solidFill>
                <a:latin typeface="Times New Roman"/>
                <a:cs typeface="Times New Roman"/>
              </a:rPr>
              <a:t>JDBC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7380" y="4459935"/>
            <a:ext cx="2490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798AAF"/>
                </a:solidFill>
                <a:latin typeface="Calibri"/>
                <a:cs typeface="Calibri"/>
              </a:rPr>
              <a:t>Weeks</a:t>
            </a:r>
            <a:r>
              <a:rPr dirty="0" sz="1200" spc="10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798AAF"/>
                </a:solidFill>
                <a:latin typeface="Calibri"/>
                <a:cs typeface="Calibri"/>
              </a:rPr>
              <a:t>1–8</a:t>
            </a:r>
            <a:r>
              <a:rPr dirty="0" sz="1200" spc="5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798AAF"/>
                </a:solidFill>
                <a:latin typeface="Calibri"/>
                <a:cs typeface="Calibri"/>
              </a:rPr>
              <a:t>|</a:t>
            </a:r>
            <a:r>
              <a:rPr dirty="0" sz="1200" spc="5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798AAF"/>
                </a:solidFill>
                <a:latin typeface="Calibri"/>
                <a:cs typeface="Calibri"/>
              </a:rPr>
              <a:t>Full</a:t>
            </a:r>
            <a:r>
              <a:rPr dirty="0" sz="1200" spc="-10">
                <a:solidFill>
                  <a:srgbClr val="798AAF"/>
                </a:solidFill>
                <a:latin typeface="Calibri"/>
                <a:cs typeface="Calibri"/>
              </a:rPr>
              <a:t> Development</a:t>
            </a:r>
            <a:r>
              <a:rPr dirty="0" sz="1200" spc="-40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798AAF"/>
                </a:solidFill>
                <a:latin typeface="Calibri"/>
                <a:cs typeface="Calibri"/>
              </a:rPr>
              <a:t>Lifecycle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1E2760"/>
                </a:solidFill>
                <a:latin typeface="Times New Roman"/>
                <a:cs typeface="Times New Roman"/>
              </a:rPr>
              <a:t>Objective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05129" y="908050"/>
            <a:ext cx="76835" cy="3487420"/>
            <a:chOff x="405129" y="908050"/>
            <a:chExt cx="76835" cy="3487420"/>
          </a:xfrm>
        </p:grpSpPr>
        <p:sp>
          <p:nvSpPr>
            <p:cNvPr id="4" name="object 4" descr=""/>
            <p:cNvSpPr/>
            <p:nvPr/>
          </p:nvSpPr>
          <p:spPr>
            <a:xfrm>
              <a:off x="411479" y="914400"/>
              <a:ext cx="64135" cy="3474720"/>
            </a:xfrm>
            <a:custGeom>
              <a:avLst/>
              <a:gdLst/>
              <a:ahLst/>
              <a:cxnLst/>
              <a:rect l="l" t="t" r="r" b="b"/>
              <a:pathLst>
                <a:path w="64134" h="3474720">
                  <a:moveTo>
                    <a:pt x="64007" y="0"/>
                  </a:moveTo>
                  <a:lnTo>
                    <a:pt x="0" y="0"/>
                  </a:lnTo>
                  <a:lnTo>
                    <a:pt x="0" y="3474720"/>
                  </a:lnTo>
                  <a:lnTo>
                    <a:pt x="64007" y="347472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499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11479" y="914400"/>
              <a:ext cx="64135" cy="3474720"/>
            </a:xfrm>
            <a:custGeom>
              <a:avLst/>
              <a:gdLst/>
              <a:ahLst/>
              <a:cxnLst/>
              <a:rect l="l" t="t" r="r" b="b"/>
              <a:pathLst>
                <a:path w="64134" h="3474720">
                  <a:moveTo>
                    <a:pt x="0" y="3474720"/>
                  </a:moveTo>
                  <a:lnTo>
                    <a:pt x="64007" y="3474720"/>
                  </a:lnTo>
                  <a:lnTo>
                    <a:pt x="64007" y="0"/>
                  </a:lnTo>
                  <a:lnTo>
                    <a:pt x="0" y="0"/>
                  </a:lnTo>
                  <a:lnTo>
                    <a:pt x="0" y="3474720"/>
                  </a:lnTo>
                  <a:close/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18819" y="904572"/>
            <a:ext cx="4775835" cy="226631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Design</a:t>
            </a:r>
            <a:r>
              <a:rPr dirty="0" sz="14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scalable</a:t>
            </a:r>
            <a:r>
              <a:rPr dirty="0" sz="14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Java-based</a:t>
            </a:r>
            <a:r>
              <a:rPr dirty="0" sz="14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4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automation</a:t>
            </a:r>
            <a:r>
              <a:rPr dirty="0" sz="14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framework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Integrate</a:t>
            </a:r>
            <a:r>
              <a:rPr dirty="0" sz="14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Selenium</a:t>
            </a:r>
            <a:r>
              <a:rPr dirty="0" sz="14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dirty="0" sz="14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 spc="-35">
                <a:solidFill>
                  <a:srgbClr val="1A1A2D"/>
                </a:solidFill>
                <a:latin typeface="Times New Roman"/>
                <a:cs typeface="Times New Roman"/>
              </a:rPr>
              <a:t>REST-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Assured</a:t>
            </a:r>
            <a:r>
              <a:rPr dirty="0" sz="14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14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UI</a:t>
            </a:r>
            <a:r>
              <a:rPr dirty="0" sz="14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dirty="0" sz="1400" spc="-9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API 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testing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Enable</a:t>
            </a:r>
            <a:r>
              <a:rPr dirty="0" sz="14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parallel</a:t>
            </a:r>
            <a:r>
              <a:rPr dirty="0" sz="14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4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execution</a:t>
            </a:r>
            <a:r>
              <a:rPr dirty="0" sz="14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with</a:t>
            </a:r>
            <a:r>
              <a:rPr dirty="0" sz="14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multithreading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Provide</a:t>
            </a:r>
            <a:r>
              <a:rPr dirty="0" sz="14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real-time</a:t>
            </a:r>
            <a:r>
              <a:rPr dirty="0" sz="14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reporting</a:t>
            </a:r>
            <a:r>
              <a:rPr dirty="0" sz="14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dirty="0" sz="14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failure</a:t>
            </a:r>
            <a:r>
              <a:rPr dirty="0" sz="14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log</a:t>
            </a:r>
            <a:r>
              <a:rPr dirty="0" sz="14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collection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Expose</a:t>
            </a:r>
            <a:r>
              <a:rPr dirty="0" sz="14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RESTful</a:t>
            </a:r>
            <a:r>
              <a:rPr dirty="0" sz="1400" spc="-10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APIs</a:t>
            </a:r>
            <a:r>
              <a:rPr dirty="0" sz="14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via</a:t>
            </a:r>
            <a:r>
              <a:rPr dirty="0" sz="14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Spring</a:t>
            </a:r>
            <a:r>
              <a:rPr dirty="0" sz="14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Boot</a:t>
            </a:r>
            <a:r>
              <a:rPr dirty="0" sz="14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 management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4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Track</a:t>
            </a:r>
            <a:r>
              <a:rPr dirty="0" sz="14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dirty="0" sz="14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analyze</a:t>
            </a:r>
            <a:r>
              <a:rPr dirty="0" sz="14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4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results</a:t>
            </a:r>
            <a:r>
              <a:rPr dirty="0" sz="14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with</a:t>
            </a:r>
            <a:r>
              <a:rPr dirty="0" sz="14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dirty="0" sz="14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built-in</a:t>
            </a:r>
            <a:r>
              <a:rPr dirty="0" sz="14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analytics</a:t>
            </a:r>
            <a:r>
              <a:rPr dirty="0" sz="14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module</a:t>
            </a:r>
            <a:endParaRPr sz="1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Deploy</a:t>
            </a:r>
            <a:r>
              <a:rPr dirty="0" sz="14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a</a:t>
            </a:r>
            <a:r>
              <a:rPr dirty="0" sz="14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fully</a:t>
            </a:r>
            <a:r>
              <a:rPr dirty="0" sz="14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functional,</a:t>
            </a:r>
            <a:r>
              <a:rPr dirty="0" sz="14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end-to-end</a:t>
            </a:r>
            <a:r>
              <a:rPr dirty="0" sz="14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A1A2D"/>
                </a:solidFill>
                <a:latin typeface="Times New Roman"/>
                <a:cs typeface="Times New Roman"/>
              </a:rPr>
              <a:t>testable</a:t>
            </a:r>
            <a:r>
              <a:rPr dirty="0" sz="14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Times New Roman"/>
                <a:cs typeface="Times New Roman"/>
              </a:rPr>
              <a:t>application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1E2760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50850" y="1255522"/>
            <a:ext cx="3670300" cy="40640"/>
            <a:chOff x="450850" y="1255522"/>
            <a:chExt cx="3670300" cy="406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261872"/>
              <a:ext cx="3657600" cy="27940"/>
            </a:xfrm>
            <a:custGeom>
              <a:avLst/>
              <a:gdLst/>
              <a:ahLst/>
              <a:cxnLst/>
              <a:rect l="l" t="t" r="r" b="b"/>
              <a:pathLst>
                <a:path w="3657600" h="27940">
                  <a:moveTo>
                    <a:pt x="365760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3657600" y="27432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499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57200" y="1261872"/>
              <a:ext cx="3657600" cy="27940"/>
            </a:xfrm>
            <a:custGeom>
              <a:avLst/>
              <a:gdLst/>
              <a:ahLst/>
              <a:cxnLst/>
              <a:rect l="l" t="t" r="r" b="b"/>
              <a:pathLst>
                <a:path w="3657600" h="27940">
                  <a:moveTo>
                    <a:pt x="0" y="27432"/>
                  </a:moveTo>
                  <a:lnTo>
                    <a:pt x="3657600" y="27432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27432"/>
                  </a:lnTo>
                  <a:close/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35940" y="950722"/>
            <a:ext cx="3491865" cy="18789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E2760"/>
                </a:solidFill>
                <a:latin typeface="Calibri"/>
                <a:cs typeface="Calibri"/>
              </a:rPr>
              <a:t>What</a:t>
            </a:r>
            <a:r>
              <a:rPr dirty="0" sz="1600" spc="-30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E2760"/>
                </a:solidFill>
                <a:latin typeface="Calibri"/>
                <a:cs typeface="Calibri"/>
              </a:rPr>
              <a:t>It</a:t>
            </a:r>
            <a:r>
              <a:rPr dirty="0" sz="1600" spc="-20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1E2760"/>
                </a:solidFill>
                <a:latin typeface="Calibri"/>
                <a:cs typeface="Calibri"/>
              </a:rPr>
              <a:t>Is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755"/>
              </a:spcBef>
              <a:buChar char="•"/>
              <a:tabLst>
                <a:tab pos="354965" algn="l"/>
              </a:tabLst>
            </a:pP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Enterprise-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grade</a:t>
            </a:r>
            <a:r>
              <a:rPr dirty="0" sz="13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3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automation</a:t>
            </a:r>
            <a:r>
              <a:rPr dirty="0" sz="13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platform</a:t>
            </a:r>
            <a:endParaRPr sz="1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har char="•"/>
              <a:tabLst>
                <a:tab pos="354965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Built</a:t>
            </a:r>
            <a:r>
              <a:rPr dirty="0" sz="13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with</a:t>
            </a:r>
            <a:r>
              <a:rPr dirty="0" sz="13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Java,</a:t>
            </a:r>
            <a:r>
              <a:rPr dirty="0" sz="13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Spring</a:t>
            </a:r>
            <a:r>
              <a:rPr dirty="0" sz="13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Boot</a:t>
            </a:r>
            <a:r>
              <a:rPr dirty="0" sz="13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Maven/Gradle</a:t>
            </a:r>
            <a:endParaRPr sz="1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har char="•"/>
              <a:tabLst>
                <a:tab pos="354965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Centralized</a:t>
            </a:r>
            <a:r>
              <a:rPr dirty="0" sz="13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3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execution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and</a:t>
            </a:r>
            <a:r>
              <a:rPr dirty="0" sz="13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result</a:t>
            </a:r>
            <a:r>
              <a:rPr dirty="0" sz="13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storage</a:t>
            </a:r>
            <a:endParaRPr sz="1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har char="•"/>
              <a:tabLst>
                <a:tab pos="354965" algn="l"/>
              </a:tabLst>
            </a:pP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JDBC-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backed</a:t>
            </a:r>
            <a:r>
              <a:rPr dirty="0" sz="13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persistence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13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3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entities</a:t>
            </a:r>
            <a:endParaRPr sz="1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har char="•"/>
              <a:tabLst>
                <a:tab pos="354965" algn="l"/>
              </a:tabLst>
            </a:pP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RESTful</a:t>
            </a:r>
            <a:r>
              <a:rPr dirty="0" sz="1300" spc="-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API</a:t>
            </a:r>
            <a:r>
              <a:rPr dirty="0" sz="13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layer</a:t>
            </a:r>
            <a:r>
              <a:rPr dirty="0" sz="1300" spc="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external</a:t>
            </a:r>
            <a:r>
              <a:rPr dirty="0" sz="13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tool</a:t>
            </a:r>
            <a:r>
              <a:rPr dirty="0" sz="13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integration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748529" y="1255522"/>
            <a:ext cx="3670300" cy="40640"/>
            <a:chOff x="4748529" y="1255522"/>
            <a:chExt cx="3670300" cy="40640"/>
          </a:xfrm>
        </p:grpSpPr>
        <p:sp>
          <p:nvSpPr>
            <p:cNvPr id="8" name="object 8" descr=""/>
            <p:cNvSpPr/>
            <p:nvPr/>
          </p:nvSpPr>
          <p:spPr>
            <a:xfrm>
              <a:off x="4754879" y="1261872"/>
              <a:ext cx="3657600" cy="27940"/>
            </a:xfrm>
            <a:custGeom>
              <a:avLst/>
              <a:gdLst/>
              <a:ahLst/>
              <a:cxnLst/>
              <a:rect l="l" t="t" r="r" b="b"/>
              <a:pathLst>
                <a:path w="3657600" h="27940">
                  <a:moveTo>
                    <a:pt x="365760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3657600" y="27432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499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54879" y="1261872"/>
              <a:ext cx="3657600" cy="27940"/>
            </a:xfrm>
            <a:custGeom>
              <a:avLst/>
              <a:gdLst/>
              <a:ahLst/>
              <a:cxnLst/>
              <a:rect l="l" t="t" r="r" b="b"/>
              <a:pathLst>
                <a:path w="3657600" h="27940">
                  <a:moveTo>
                    <a:pt x="0" y="27432"/>
                  </a:moveTo>
                  <a:lnTo>
                    <a:pt x="3657600" y="27432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27432"/>
                  </a:lnTo>
                  <a:close/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834254" y="950722"/>
            <a:ext cx="3453765" cy="18789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E2760"/>
                </a:solidFill>
                <a:latin typeface="Calibri"/>
                <a:cs typeface="Calibri"/>
              </a:rPr>
              <a:t>Why</a:t>
            </a:r>
            <a:r>
              <a:rPr dirty="0" sz="1600" spc="-35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E2760"/>
                </a:solidFill>
                <a:latin typeface="Calibri"/>
                <a:cs typeface="Calibri"/>
              </a:rPr>
              <a:t>It</a:t>
            </a:r>
            <a:r>
              <a:rPr dirty="0" sz="1600" spc="-40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1E2760"/>
                </a:solidFill>
                <a:latin typeface="Calibri"/>
                <a:cs typeface="Calibri"/>
              </a:rPr>
              <a:t>Matters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755"/>
              </a:spcBef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Reduces</a:t>
            </a:r>
            <a:r>
              <a:rPr dirty="0" sz="13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manual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testing</a:t>
            </a:r>
            <a:r>
              <a:rPr dirty="0" sz="13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overhead</a:t>
            </a:r>
            <a:r>
              <a:rPr dirty="0" sz="13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significantly</a:t>
            </a: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Enables</a:t>
            </a:r>
            <a:r>
              <a:rPr dirty="0" sz="1300" spc="-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CI/CD</a:t>
            </a:r>
            <a:r>
              <a:rPr dirty="0" sz="1300" spc="-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pipeline</a:t>
            </a:r>
            <a:r>
              <a:rPr dirty="0" sz="13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integration</a:t>
            </a: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Supports</a:t>
            </a:r>
            <a:r>
              <a:rPr dirty="0" sz="13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parallel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execution</a:t>
            </a:r>
            <a:r>
              <a:rPr dirty="0" sz="13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13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faster</a:t>
            </a:r>
            <a:r>
              <a:rPr dirty="0" sz="13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feedback</a:t>
            </a: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Provides</a:t>
            </a:r>
            <a:r>
              <a:rPr dirty="0" sz="13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data-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driven</a:t>
            </a:r>
            <a:r>
              <a:rPr dirty="0" sz="13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analytics</a:t>
            </a:r>
            <a:r>
              <a:rPr dirty="0" sz="13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on</a:t>
            </a:r>
            <a:r>
              <a:rPr dirty="0" sz="13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3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trends</a:t>
            </a: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Modular</a:t>
            </a:r>
            <a:r>
              <a:rPr dirty="0" sz="13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design</a:t>
            </a:r>
            <a:r>
              <a:rPr dirty="0" sz="1300" spc="-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ensures</a:t>
            </a:r>
            <a:r>
              <a:rPr dirty="0" sz="1300" spc="-5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easy</a:t>
            </a:r>
            <a:r>
              <a:rPr dirty="0" sz="1300" spc="-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maintainability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E2760"/>
                </a:solidFill>
                <a:latin typeface="Times New Roman"/>
                <a:cs typeface="Times New Roman"/>
              </a:rPr>
              <a:t>Requirements</a:t>
            </a:r>
            <a:r>
              <a:rPr dirty="0" spc="-110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E2760"/>
                </a:solidFill>
                <a:latin typeface="Times New Roman"/>
                <a:cs typeface="Times New Roman"/>
              </a:rPr>
              <a:t>&amp;</a:t>
            </a:r>
            <a:r>
              <a:rPr dirty="0" spc="-95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1E2760"/>
                </a:solidFill>
                <a:latin typeface="Times New Roman"/>
                <a:cs typeface="Times New Roman"/>
              </a:rPr>
              <a:t>References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60604" y="845819"/>
            <a:ext cx="4190365" cy="1812925"/>
            <a:chOff x="260604" y="845819"/>
            <a:chExt cx="4190365" cy="18129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604" y="845819"/>
              <a:ext cx="4190238" cy="181279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65760" y="1280159"/>
              <a:ext cx="4023360" cy="1280160"/>
            </a:xfrm>
            <a:custGeom>
              <a:avLst/>
              <a:gdLst/>
              <a:ahLst/>
              <a:cxnLst/>
              <a:rect l="l" t="t" r="r" b="b"/>
              <a:pathLst>
                <a:path w="4023360" h="1280160">
                  <a:moveTo>
                    <a:pt x="0" y="1280159"/>
                  </a:moveTo>
                  <a:lnTo>
                    <a:pt x="4023360" y="1280159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280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65760" y="914399"/>
              <a:ext cx="4023360" cy="1645920"/>
            </a:xfrm>
            <a:custGeom>
              <a:avLst/>
              <a:gdLst/>
              <a:ahLst/>
              <a:cxnLst/>
              <a:rect l="l" t="t" r="r" b="b"/>
              <a:pathLst>
                <a:path w="4023360" h="1645920">
                  <a:moveTo>
                    <a:pt x="0" y="1645920"/>
                  </a:moveTo>
                  <a:lnTo>
                    <a:pt x="4023360" y="164592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645920"/>
                  </a:lnTo>
                  <a:close/>
                </a:path>
              </a:pathLst>
            </a:custGeom>
            <a:ln w="19049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65760" y="914399"/>
              <a:ext cx="4023360" cy="365760"/>
            </a:xfrm>
            <a:custGeom>
              <a:avLst/>
              <a:gdLst/>
              <a:ahLst/>
              <a:cxnLst/>
              <a:rect l="l" t="t" r="r" b="b"/>
              <a:pathLst>
                <a:path w="4023360" h="365759">
                  <a:moveTo>
                    <a:pt x="0" y="365760"/>
                  </a:moveTo>
                  <a:lnTo>
                    <a:pt x="4023360" y="36576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700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65759" y="914400"/>
            <a:ext cx="4023360" cy="365760"/>
          </a:xfrm>
          <a:prstGeom prst="rect">
            <a:avLst/>
          </a:prstGeom>
          <a:solidFill>
            <a:srgbClr val="1E2760"/>
          </a:solidFill>
        </p:spPr>
        <p:txBody>
          <a:bodyPr wrap="square" lIns="0" tIns="88265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695"/>
              </a:spcBef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r>
              <a:rPr dirty="0" sz="13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3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Build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359" y="1354277"/>
            <a:ext cx="1326515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Java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(JDK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 17+)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spcBef>
                <a:spcPts val="5"/>
              </a:spcBef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Maven</a:t>
            </a:r>
            <a:r>
              <a:rPr dirty="0" sz="12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/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Gradle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Spring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Boot</a:t>
            </a:r>
            <a:r>
              <a:rPr dirty="0" sz="12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A1A2D"/>
                </a:solidFill>
                <a:latin typeface="Times New Roman"/>
                <a:cs typeface="Times New Roman"/>
              </a:rPr>
              <a:t>3.x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649723" y="845819"/>
            <a:ext cx="4190365" cy="1812925"/>
            <a:chOff x="4649723" y="845819"/>
            <a:chExt cx="4190365" cy="181292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9723" y="845819"/>
              <a:ext cx="4190238" cy="181279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754879" y="1280159"/>
              <a:ext cx="4023360" cy="1280160"/>
            </a:xfrm>
            <a:custGeom>
              <a:avLst/>
              <a:gdLst/>
              <a:ahLst/>
              <a:cxnLst/>
              <a:rect l="l" t="t" r="r" b="b"/>
              <a:pathLst>
                <a:path w="4023359" h="1280160">
                  <a:moveTo>
                    <a:pt x="0" y="1280159"/>
                  </a:moveTo>
                  <a:lnTo>
                    <a:pt x="4023360" y="1280159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280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754879" y="914399"/>
              <a:ext cx="4023360" cy="1645920"/>
            </a:xfrm>
            <a:custGeom>
              <a:avLst/>
              <a:gdLst/>
              <a:ahLst/>
              <a:cxnLst/>
              <a:rect l="l" t="t" r="r" b="b"/>
              <a:pathLst>
                <a:path w="4023359" h="1645920">
                  <a:moveTo>
                    <a:pt x="0" y="1645920"/>
                  </a:moveTo>
                  <a:lnTo>
                    <a:pt x="4023360" y="164592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645920"/>
                  </a:lnTo>
                  <a:close/>
                </a:path>
              </a:pathLst>
            </a:custGeom>
            <a:ln w="190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754879" y="914399"/>
              <a:ext cx="4023360" cy="365760"/>
            </a:xfrm>
            <a:custGeom>
              <a:avLst/>
              <a:gdLst/>
              <a:ahLst/>
              <a:cxnLst/>
              <a:rect l="l" t="t" r="r" b="b"/>
              <a:pathLst>
                <a:path w="4023359" h="365759">
                  <a:moveTo>
                    <a:pt x="0" y="365760"/>
                  </a:moveTo>
                  <a:lnTo>
                    <a:pt x="4023360" y="36576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700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754879" y="914400"/>
            <a:ext cx="4023360" cy="365760"/>
          </a:xfrm>
          <a:prstGeom prst="rect">
            <a:avLst/>
          </a:prstGeom>
          <a:solidFill>
            <a:srgbClr val="1E2760"/>
          </a:solidFill>
        </p:spPr>
        <p:txBody>
          <a:bodyPr wrap="square" lIns="0" tIns="88265" rIns="0" bIns="0" rtlCol="0" vert="horz">
            <a:spAutoFit/>
          </a:bodyPr>
          <a:lstStyle/>
          <a:p>
            <a:pPr marL="229235">
              <a:lnSpc>
                <a:spcPct val="100000"/>
              </a:lnSpc>
              <a:spcBef>
                <a:spcPts val="695"/>
              </a:spcBef>
            </a:pPr>
            <a:r>
              <a:rPr dirty="0" sz="1300" spc="-20" b="1">
                <a:solidFill>
                  <a:srgbClr val="FFFFFF"/>
                </a:solidFill>
                <a:latin typeface="Times New Roman"/>
                <a:cs typeface="Times New Roman"/>
              </a:rPr>
              <a:t>Testing</a:t>
            </a:r>
            <a:r>
              <a:rPr dirty="0" sz="13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Tools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984115" y="1354277"/>
            <a:ext cx="1641475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42900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Selenium</a:t>
            </a:r>
            <a:r>
              <a:rPr dirty="0" sz="1200" spc="-7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WebDriver</a:t>
            </a:r>
            <a:endParaRPr sz="1200">
              <a:latin typeface="Times New Roman"/>
              <a:cs typeface="Times New Roman"/>
            </a:endParaRPr>
          </a:p>
          <a:p>
            <a:pPr marL="34290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42900" algn="l"/>
              </a:tabLst>
            </a:pPr>
            <a:r>
              <a:rPr dirty="0" sz="1200" spc="-35">
                <a:solidFill>
                  <a:srgbClr val="1A1A2D"/>
                </a:solidFill>
                <a:latin typeface="Times New Roman"/>
                <a:cs typeface="Times New Roman"/>
              </a:rPr>
              <a:t>REST-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Assured</a:t>
            </a:r>
            <a:endParaRPr sz="1200">
              <a:latin typeface="Times New Roman"/>
              <a:cs typeface="Times New Roman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JUnit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/</a:t>
            </a:r>
            <a:r>
              <a:rPr dirty="0" sz="12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TestNG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60604" y="2766072"/>
            <a:ext cx="4190365" cy="1812925"/>
            <a:chOff x="260604" y="2766072"/>
            <a:chExt cx="4190365" cy="1812925"/>
          </a:xfrm>
        </p:grpSpPr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604" y="2766072"/>
              <a:ext cx="4190238" cy="1812798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65760" y="3200399"/>
              <a:ext cx="4023360" cy="1280160"/>
            </a:xfrm>
            <a:custGeom>
              <a:avLst/>
              <a:gdLst/>
              <a:ahLst/>
              <a:cxnLst/>
              <a:rect l="l" t="t" r="r" b="b"/>
              <a:pathLst>
                <a:path w="4023360" h="1280160">
                  <a:moveTo>
                    <a:pt x="0" y="1280160"/>
                  </a:moveTo>
                  <a:lnTo>
                    <a:pt x="4023360" y="128016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65760" y="2834639"/>
              <a:ext cx="4023360" cy="1645920"/>
            </a:xfrm>
            <a:custGeom>
              <a:avLst/>
              <a:gdLst/>
              <a:ahLst/>
              <a:cxnLst/>
              <a:rect l="l" t="t" r="r" b="b"/>
              <a:pathLst>
                <a:path w="4023360" h="1645920">
                  <a:moveTo>
                    <a:pt x="0" y="1645920"/>
                  </a:moveTo>
                  <a:lnTo>
                    <a:pt x="4023360" y="164592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645920"/>
                  </a:lnTo>
                  <a:close/>
                </a:path>
              </a:pathLst>
            </a:custGeom>
            <a:ln w="190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65760" y="2834639"/>
              <a:ext cx="4023360" cy="365760"/>
            </a:xfrm>
            <a:custGeom>
              <a:avLst/>
              <a:gdLst/>
              <a:ahLst/>
              <a:cxnLst/>
              <a:rect l="l" t="t" r="r" b="b"/>
              <a:pathLst>
                <a:path w="4023360" h="365760">
                  <a:moveTo>
                    <a:pt x="0" y="365760"/>
                  </a:moveTo>
                  <a:lnTo>
                    <a:pt x="4023360" y="36576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700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65759" y="2834639"/>
            <a:ext cx="4023360" cy="365760"/>
          </a:xfrm>
          <a:prstGeom prst="rect">
            <a:avLst/>
          </a:prstGeom>
          <a:solidFill>
            <a:srgbClr val="1E2760"/>
          </a:solidFill>
        </p:spPr>
        <p:txBody>
          <a:bodyPr wrap="square" lIns="0" tIns="88900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700"/>
              </a:spcBef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r>
              <a:rPr dirty="0" sz="13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300" spc="-25" b="1">
                <a:solidFill>
                  <a:srgbClr val="FFFFFF"/>
                </a:solidFill>
                <a:latin typeface="Times New Roman"/>
                <a:cs typeface="Times New Roman"/>
              </a:rPr>
              <a:t> ORM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94359" y="3275457"/>
            <a:ext cx="1713864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JDBC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(Spring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 Data)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MySQL</a:t>
            </a:r>
            <a:r>
              <a:rPr dirty="0" sz="12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/</a:t>
            </a:r>
            <a:r>
              <a:rPr dirty="0" sz="12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PostgreSQL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Spring</a:t>
            </a:r>
            <a:r>
              <a:rPr dirty="0" sz="12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Repositories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649723" y="2766072"/>
            <a:ext cx="4190365" cy="1812925"/>
            <a:chOff x="4649723" y="2766072"/>
            <a:chExt cx="4190365" cy="1812925"/>
          </a:xfrm>
        </p:grpSpPr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9723" y="2766072"/>
              <a:ext cx="4190237" cy="1812798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4754879" y="3200399"/>
              <a:ext cx="4023360" cy="1280160"/>
            </a:xfrm>
            <a:custGeom>
              <a:avLst/>
              <a:gdLst/>
              <a:ahLst/>
              <a:cxnLst/>
              <a:rect l="l" t="t" r="r" b="b"/>
              <a:pathLst>
                <a:path w="4023359" h="1280160">
                  <a:moveTo>
                    <a:pt x="0" y="1280160"/>
                  </a:moveTo>
                  <a:lnTo>
                    <a:pt x="4023360" y="128016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754879" y="2834639"/>
              <a:ext cx="4023360" cy="1645920"/>
            </a:xfrm>
            <a:custGeom>
              <a:avLst/>
              <a:gdLst/>
              <a:ahLst/>
              <a:cxnLst/>
              <a:rect l="l" t="t" r="r" b="b"/>
              <a:pathLst>
                <a:path w="4023359" h="1645920">
                  <a:moveTo>
                    <a:pt x="0" y="1645920"/>
                  </a:moveTo>
                  <a:lnTo>
                    <a:pt x="4023360" y="164592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645920"/>
                  </a:lnTo>
                  <a:close/>
                </a:path>
              </a:pathLst>
            </a:custGeom>
            <a:ln w="190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754879" y="2834639"/>
              <a:ext cx="4023360" cy="365760"/>
            </a:xfrm>
            <a:custGeom>
              <a:avLst/>
              <a:gdLst/>
              <a:ahLst/>
              <a:cxnLst/>
              <a:rect l="l" t="t" r="r" b="b"/>
              <a:pathLst>
                <a:path w="4023359" h="365760">
                  <a:moveTo>
                    <a:pt x="0" y="365760"/>
                  </a:moveTo>
                  <a:lnTo>
                    <a:pt x="4023360" y="365760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700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4754879" y="2834639"/>
            <a:ext cx="4023360" cy="365760"/>
          </a:xfrm>
          <a:prstGeom prst="rect">
            <a:avLst/>
          </a:prstGeom>
          <a:solidFill>
            <a:srgbClr val="1E2760"/>
          </a:solidFill>
        </p:spPr>
        <p:txBody>
          <a:bodyPr wrap="square" lIns="0" tIns="88900" rIns="0" bIns="0" rtlCol="0" vert="horz">
            <a:spAutoFit/>
          </a:bodyPr>
          <a:lstStyle/>
          <a:p>
            <a:pPr marL="229235">
              <a:lnSpc>
                <a:spcPct val="100000"/>
              </a:lnSpc>
              <a:spcBef>
                <a:spcPts val="700"/>
              </a:spcBef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Execution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3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Times New Roman"/>
                <a:cs typeface="Times New Roman"/>
              </a:rPr>
              <a:t>CI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984115" y="3275457"/>
            <a:ext cx="168338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42900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Multithreading</a:t>
            </a:r>
            <a:r>
              <a:rPr dirty="0" sz="1200" spc="-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(Java)</a:t>
            </a:r>
            <a:endParaRPr sz="1200">
              <a:latin typeface="Times New Roman"/>
              <a:cs typeface="Times New Roman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Parallel</a:t>
            </a:r>
            <a:r>
              <a:rPr dirty="0" sz="1200" spc="-6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2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Runs</a:t>
            </a:r>
            <a:endParaRPr sz="1200">
              <a:latin typeface="Times New Roman"/>
              <a:cs typeface="Times New Roman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REST</a:t>
            </a:r>
            <a:r>
              <a:rPr dirty="0" sz="1200" spc="-9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API</a:t>
            </a:r>
            <a:r>
              <a:rPr dirty="0" sz="12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Triggers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E27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System</a:t>
            </a:r>
            <a:r>
              <a:rPr dirty="0" spc="-175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Architecture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57200" y="960119"/>
            <a:ext cx="8229600" cy="567055"/>
          </a:xfrm>
          <a:prstGeom prst="rect">
            <a:avLst/>
          </a:prstGeom>
          <a:solidFill>
            <a:srgbClr val="4990D9"/>
          </a:solidFill>
          <a:ln w="6350">
            <a:solidFill>
              <a:srgbClr val="C9DCFB"/>
            </a:solidFill>
          </a:ln>
        </p:spPr>
        <p:txBody>
          <a:bodyPr wrap="square" lIns="0" tIns="17462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375"/>
              </a:spcBef>
              <a:tabLst>
                <a:tab pos="2651760" algn="l"/>
              </a:tabLst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API</a:t>
            </a:r>
            <a:r>
              <a:rPr dirty="0" sz="13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Spring</a:t>
            </a:r>
            <a:r>
              <a:rPr dirty="0" sz="1200" spc="-3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Boot</a:t>
            </a:r>
            <a:r>
              <a:rPr dirty="0" sz="1200" spc="-2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RESTful</a:t>
            </a:r>
            <a:r>
              <a:rPr dirty="0" sz="1200" spc="-1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Controllers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57200" y="1600200"/>
            <a:ext cx="8229600" cy="567055"/>
          </a:xfrm>
          <a:prstGeom prst="rect">
            <a:avLst/>
          </a:prstGeom>
          <a:solidFill>
            <a:srgbClr val="2462EB"/>
          </a:solidFill>
          <a:ln w="6350">
            <a:solidFill>
              <a:srgbClr val="C9DCF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tabLst>
                <a:tab pos="2651760" algn="l"/>
              </a:tabLst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dirty="0" sz="13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Business</a:t>
            </a:r>
            <a:r>
              <a:rPr dirty="0" sz="1200" spc="-3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Logic</a:t>
            </a:r>
            <a:r>
              <a:rPr dirty="0" sz="1200" spc="-2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·</a:t>
            </a:r>
            <a:r>
              <a:rPr dirty="0" sz="1200" spc="-3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Scheduling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·</a:t>
            </a:r>
            <a:r>
              <a:rPr dirty="0" sz="1200" spc="-2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Execution 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Engine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7200" y="2240279"/>
            <a:ext cx="8229600" cy="567055"/>
          </a:xfrm>
          <a:prstGeom prst="rect">
            <a:avLst/>
          </a:prstGeom>
          <a:solidFill>
            <a:srgbClr val="1D4ED7"/>
          </a:solidFill>
          <a:ln w="6350">
            <a:solidFill>
              <a:srgbClr val="C9DCF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tabLst>
                <a:tab pos="2651760" algn="l"/>
              </a:tabLst>
            </a:pP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Integration</a:t>
            </a:r>
            <a:r>
              <a:rPr dirty="0" sz="13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Selenium ·</a:t>
            </a:r>
            <a:r>
              <a:rPr dirty="0" sz="1200" spc="-1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spc="-30" i="1">
                <a:solidFill>
                  <a:srgbClr val="C9DCFB"/>
                </a:solidFill>
                <a:latin typeface="Times New Roman"/>
                <a:cs typeface="Times New Roman"/>
              </a:rPr>
              <a:t>REST-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Assured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·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spc="-25" i="1">
                <a:solidFill>
                  <a:srgbClr val="C9DCFB"/>
                </a:solidFill>
                <a:latin typeface="Times New Roman"/>
                <a:cs typeface="Times New Roman"/>
              </a:rPr>
              <a:t>Test 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Runners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7200" y="2880360"/>
            <a:ext cx="8229600" cy="567055"/>
          </a:xfrm>
          <a:prstGeom prst="rect">
            <a:avLst/>
          </a:prstGeom>
          <a:solidFill>
            <a:srgbClr val="1E3989"/>
          </a:solidFill>
          <a:ln w="6350">
            <a:solidFill>
              <a:srgbClr val="C9DCF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tabLst>
                <a:tab pos="2651760" algn="l"/>
              </a:tabLst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3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Layer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JDBC</a:t>
            </a:r>
            <a:r>
              <a:rPr dirty="0" sz="1200" spc="-1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Repositories</a:t>
            </a:r>
            <a:r>
              <a:rPr dirty="0" sz="1200" spc="-1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·</a:t>
            </a:r>
            <a:r>
              <a:rPr dirty="0" sz="1200" spc="-2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MySQL</a:t>
            </a:r>
            <a:r>
              <a:rPr dirty="0" sz="1200" spc="-5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/</a:t>
            </a:r>
            <a:r>
              <a:rPr dirty="0" sz="1200" spc="-2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PostgreSQL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7200" y="3520440"/>
            <a:ext cx="8229600" cy="567055"/>
          </a:xfrm>
          <a:prstGeom prst="rect">
            <a:avLst/>
          </a:prstGeom>
          <a:solidFill>
            <a:srgbClr val="172453"/>
          </a:solidFill>
          <a:ln w="6350">
            <a:solidFill>
              <a:srgbClr val="C9DCFB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tabLst>
                <a:tab pos="2651760" algn="l"/>
              </a:tabLst>
            </a:pP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Analytics</a:t>
            </a:r>
            <a:r>
              <a:rPr dirty="0" sz="13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dirty="0" sz="13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Reporting</a:t>
            </a:r>
            <a:r>
              <a:rPr dirty="0" sz="13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Result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 Tracker</a:t>
            </a:r>
            <a:r>
              <a:rPr dirty="0" sz="1200" spc="-2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·</a:t>
            </a:r>
            <a:r>
              <a:rPr dirty="0" sz="1200" spc="-2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Report</a:t>
            </a:r>
            <a:r>
              <a:rPr dirty="0" sz="1200" spc="-1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Generator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·</a:t>
            </a:r>
            <a:r>
              <a:rPr dirty="0" sz="1200" spc="-20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C9DCFB"/>
                </a:solidFill>
                <a:latin typeface="Times New Roman"/>
                <a:cs typeface="Times New Roman"/>
              </a:rPr>
              <a:t>Log</a:t>
            </a:r>
            <a:r>
              <a:rPr dirty="0" sz="1200" spc="-35" i="1">
                <a:solidFill>
                  <a:srgbClr val="C9DCFB"/>
                </a:solidFill>
                <a:latin typeface="Times New Roman"/>
                <a:cs typeface="Times New Roman"/>
              </a:rPr>
              <a:t> </a:t>
            </a:r>
            <a:r>
              <a:rPr dirty="0" sz="1200" spc="-10" i="1">
                <a:solidFill>
                  <a:srgbClr val="C9DCFB"/>
                </a:solidFill>
                <a:latin typeface="Times New Roman"/>
                <a:cs typeface="Times New Roman"/>
              </a:rPr>
              <a:t>Collector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57650" y="4243527"/>
            <a:ext cx="10287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798AAF"/>
                </a:solidFill>
                <a:latin typeface="Tahoma"/>
                <a:cs typeface="Tahoma"/>
              </a:rPr>
              <a:t>▼</a:t>
            </a:r>
            <a:r>
              <a:rPr dirty="0" sz="1100" spc="190">
                <a:solidFill>
                  <a:srgbClr val="798AA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798AAF"/>
                </a:solidFill>
                <a:latin typeface="Times New Roman"/>
                <a:cs typeface="Times New Roman"/>
              </a:rPr>
              <a:t>Data</a:t>
            </a:r>
            <a:r>
              <a:rPr dirty="0" sz="1100" spc="-15">
                <a:solidFill>
                  <a:srgbClr val="798AA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798AAF"/>
                </a:solidFill>
                <a:latin typeface="Times New Roman"/>
                <a:cs typeface="Times New Roman"/>
              </a:rPr>
              <a:t>Flow</a:t>
            </a:r>
            <a:r>
              <a:rPr dirty="0" sz="1100" spc="265">
                <a:solidFill>
                  <a:srgbClr val="798AAF"/>
                </a:solidFill>
                <a:latin typeface="Times New Roman"/>
                <a:cs typeface="Times New Roman"/>
              </a:rPr>
              <a:t> </a:t>
            </a:r>
            <a:r>
              <a:rPr dirty="0" sz="1100" spc="-50">
                <a:solidFill>
                  <a:srgbClr val="798AAF"/>
                </a:solidFill>
                <a:latin typeface="Tahoma"/>
                <a:cs typeface="Tahoma"/>
              </a:rPr>
              <a:t>▼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E2760"/>
                </a:solidFill>
                <a:latin typeface="Times New Roman"/>
                <a:cs typeface="Times New Roman"/>
              </a:rPr>
              <a:t>Modules</a:t>
            </a:r>
            <a:r>
              <a:rPr dirty="0" spc="-40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1E2760"/>
                </a:solidFill>
                <a:latin typeface="Times New Roman"/>
                <a:cs typeface="Times New Roman"/>
              </a:rPr>
              <a:t>Overview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72795" y="858011"/>
            <a:ext cx="4168140" cy="1836420"/>
            <a:chOff x="272795" y="858011"/>
            <a:chExt cx="4168140" cy="18364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95" y="858011"/>
              <a:ext cx="4168140" cy="183642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14400" y="914399"/>
              <a:ext cx="3474720" cy="1691639"/>
            </a:xfrm>
            <a:custGeom>
              <a:avLst/>
              <a:gdLst/>
              <a:ahLst/>
              <a:cxnLst/>
              <a:rect l="l" t="t" r="r" b="b"/>
              <a:pathLst>
                <a:path w="3474720" h="1691639">
                  <a:moveTo>
                    <a:pt x="0" y="1691639"/>
                  </a:moveTo>
                  <a:lnTo>
                    <a:pt x="3474720" y="1691639"/>
                  </a:lnTo>
                  <a:lnTo>
                    <a:pt x="347472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65759" y="914399"/>
              <a:ext cx="4023360" cy="1691639"/>
            </a:xfrm>
            <a:custGeom>
              <a:avLst/>
              <a:gdLst/>
              <a:ahLst/>
              <a:cxnLst/>
              <a:rect l="l" t="t" r="r" b="b"/>
              <a:pathLst>
                <a:path w="4023360" h="1691639">
                  <a:moveTo>
                    <a:pt x="0" y="1691639"/>
                  </a:moveTo>
                  <a:lnTo>
                    <a:pt x="4023360" y="1691639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9049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65759" y="914399"/>
              <a:ext cx="548640" cy="1691639"/>
            </a:xfrm>
            <a:custGeom>
              <a:avLst/>
              <a:gdLst/>
              <a:ahLst/>
              <a:cxnLst/>
              <a:rect l="l" t="t" r="r" b="b"/>
              <a:pathLst>
                <a:path w="548640" h="1691639">
                  <a:moveTo>
                    <a:pt x="0" y="1691639"/>
                  </a:moveTo>
                  <a:lnTo>
                    <a:pt x="548640" y="1691639"/>
                  </a:lnTo>
                  <a:lnTo>
                    <a:pt x="54864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2699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65759" y="914400"/>
            <a:ext cx="548640" cy="1691639"/>
          </a:xfrm>
          <a:prstGeom prst="rect">
            <a:avLst/>
          </a:prstGeom>
          <a:solidFill>
            <a:srgbClr val="1E276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800">
              <a:latin typeface="Times New Roman"/>
              <a:cs typeface="Times New Roman"/>
            </a:endParaRPr>
          </a:p>
          <a:p>
            <a:pPr marL="157480">
              <a:lnSpc>
                <a:spcPct val="100000"/>
              </a:lnSpc>
            </a:pPr>
            <a:r>
              <a:rPr dirty="0" sz="1800" spc="-25" b="1">
                <a:solidFill>
                  <a:srgbClr val="C9DCFB"/>
                </a:solidFill>
                <a:latin typeface="Calibri"/>
                <a:cs typeface="Calibri"/>
              </a:rPr>
              <a:t>01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97584" y="1066546"/>
            <a:ext cx="15748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5" b="1">
                <a:solidFill>
                  <a:srgbClr val="1E2760"/>
                </a:solidFill>
                <a:latin typeface="Calibri"/>
                <a:cs typeface="Calibri"/>
              </a:rPr>
              <a:t>Test</a:t>
            </a:r>
            <a:r>
              <a:rPr dirty="0" sz="1300" spc="-40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2760"/>
                </a:solidFill>
                <a:latin typeface="Calibri"/>
                <a:cs typeface="Calibri"/>
              </a:rPr>
              <a:t>Integration</a:t>
            </a:r>
            <a:r>
              <a:rPr dirty="0" sz="1300" spc="-15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2760"/>
                </a:solidFill>
                <a:latin typeface="Calibri"/>
                <a:cs typeface="Calibri"/>
              </a:rPr>
              <a:t>Engine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43304" y="1418971"/>
            <a:ext cx="23964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Selenium &amp;</a:t>
            </a:r>
            <a:r>
              <a:rPr dirty="0" sz="12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35">
                <a:solidFill>
                  <a:srgbClr val="1A1A2D"/>
                </a:solidFill>
                <a:latin typeface="Times New Roman"/>
                <a:cs typeface="Times New Roman"/>
              </a:rPr>
              <a:t>REST-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Assured</a:t>
            </a:r>
            <a:r>
              <a:rPr dirty="0" sz="12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setup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JDBC-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based</a:t>
            </a:r>
            <a:r>
              <a:rPr dirty="0" sz="12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dirty="0" sz="12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persistence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2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entity</a:t>
            </a:r>
            <a:r>
              <a:rPr dirty="0" sz="12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model</a:t>
            </a:r>
            <a:r>
              <a:rPr dirty="0" sz="12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definitions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661915" y="858011"/>
            <a:ext cx="4168140" cy="1836420"/>
            <a:chOff x="4661915" y="858011"/>
            <a:chExt cx="4168140" cy="183642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1915" y="858011"/>
              <a:ext cx="4168140" cy="183642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303519" y="914399"/>
              <a:ext cx="3474720" cy="1691639"/>
            </a:xfrm>
            <a:custGeom>
              <a:avLst/>
              <a:gdLst/>
              <a:ahLst/>
              <a:cxnLst/>
              <a:rect l="l" t="t" r="r" b="b"/>
              <a:pathLst>
                <a:path w="3474720" h="1691639">
                  <a:moveTo>
                    <a:pt x="0" y="1691639"/>
                  </a:moveTo>
                  <a:lnTo>
                    <a:pt x="3474720" y="1691639"/>
                  </a:lnTo>
                  <a:lnTo>
                    <a:pt x="347472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754879" y="914399"/>
              <a:ext cx="4023360" cy="1691639"/>
            </a:xfrm>
            <a:custGeom>
              <a:avLst/>
              <a:gdLst/>
              <a:ahLst/>
              <a:cxnLst/>
              <a:rect l="l" t="t" r="r" b="b"/>
              <a:pathLst>
                <a:path w="4023359" h="1691639">
                  <a:moveTo>
                    <a:pt x="0" y="1691639"/>
                  </a:moveTo>
                  <a:lnTo>
                    <a:pt x="4023360" y="1691639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90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54879" y="914399"/>
              <a:ext cx="548640" cy="1691639"/>
            </a:xfrm>
            <a:custGeom>
              <a:avLst/>
              <a:gdLst/>
              <a:ahLst/>
              <a:cxnLst/>
              <a:rect l="l" t="t" r="r" b="b"/>
              <a:pathLst>
                <a:path w="548639" h="1691639">
                  <a:moveTo>
                    <a:pt x="0" y="1691639"/>
                  </a:moveTo>
                  <a:lnTo>
                    <a:pt x="548639" y="1691639"/>
                  </a:lnTo>
                  <a:lnTo>
                    <a:pt x="548639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2700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754879" y="914400"/>
            <a:ext cx="548640" cy="1691639"/>
          </a:xfrm>
          <a:prstGeom prst="rect">
            <a:avLst/>
          </a:prstGeom>
          <a:solidFill>
            <a:srgbClr val="1E276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80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</a:pPr>
            <a:r>
              <a:rPr dirty="0" sz="1800" spc="-25" b="1">
                <a:solidFill>
                  <a:srgbClr val="C9DCFB"/>
                </a:solidFill>
                <a:latin typeface="Calibri"/>
                <a:cs typeface="Calibri"/>
              </a:rPr>
              <a:t>02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487289" y="1066546"/>
            <a:ext cx="161671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E2760"/>
                </a:solidFill>
                <a:latin typeface="Calibri"/>
                <a:cs typeface="Calibri"/>
              </a:rPr>
              <a:t>Scheduling</a:t>
            </a:r>
            <a:r>
              <a:rPr dirty="0" sz="1300" spc="-20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2760"/>
                </a:solidFill>
                <a:latin typeface="Calibri"/>
                <a:cs typeface="Calibri"/>
              </a:rPr>
              <a:t>&amp;</a:t>
            </a:r>
            <a:r>
              <a:rPr dirty="0" sz="1300" spc="-45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2760"/>
                </a:solidFill>
                <a:latin typeface="Calibri"/>
                <a:cs typeface="Calibri"/>
              </a:rPr>
              <a:t>Execution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533009" y="1418971"/>
            <a:ext cx="23514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Multithreaded</a:t>
            </a:r>
            <a:r>
              <a:rPr dirty="0" sz="12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parallel</a:t>
            </a:r>
            <a:r>
              <a:rPr dirty="0" sz="12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execution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2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suite</a:t>
            </a:r>
            <a:r>
              <a:rPr dirty="0" sz="1200" spc="-5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scheduling</a:t>
            </a:r>
            <a:r>
              <a:rPr dirty="0" sz="12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logic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Spring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Boot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execution</a:t>
            </a:r>
            <a:r>
              <a:rPr dirty="0" sz="12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APIs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72795" y="2732519"/>
            <a:ext cx="4168140" cy="1836420"/>
            <a:chOff x="272795" y="2732519"/>
            <a:chExt cx="4168140" cy="1836420"/>
          </a:xfrm>
        </p:grpSpPr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95" y="2732519"/>
              <a:ext cx="4168140" cy="183642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914400" y="2788919"/>
              <a:ext cx="3474720" cy="1691639"/>
            </a:xfrm>
            <a:custGeom>
              <a:avLst/>
              <a:gdLst/>
              <a:ahLst/>
              <a:cxnLst/>
              <a:rect l="l" t="t" r="r" b="b"/>
              <a:pathLst>
                <a:path w="3474720" h="1691639">
                  <a:moveTo>
                    <a:pt x="0" y="1691639"/>
                  </a:moveTo>
                  <a:lnTo>
                    <a:pt x="3474720" y="1691639"/>
                  </a:lnTo>
                  <a:lnTo>
                    <a:pt x="347472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65759" y="2788919"/>
              <a:ext cx="4023360" cy="1691639"/>
            </a:xfrm>
            <a:custGeom>
              <a:avLst/>
              <a:gdLst/>
              <a:ahLst/>
              <a:cxnLst/>
              <a:rect l="l" t="t" r="r" b="b"/>
              <a:pathLst>
                <a:path w="4023360" h="1691639">
                  <a:moveTo>
                    <a:pt x="0" y="1691639"/>
                  </a:moveTo>
                  <a:lnTo>
                    <a:pt x="4023360" y="1691639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9049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65759" y="2788919"/>
              <a:ext cx="548640" cy="1691639"/>
            </a:xfrm>
            <a:custGeom>
              <a:avLst/>
              <a:gdLst/>
              <a:ahLst/>
              <a:cxnLst/>
              <a:rect l="l" t="t" r="r" b="b"/>
              <a:pathLst>
                <a:path w="548640" h="1691639">
                  <a:moveTo>
                    <a:pt x="0" y="1691639"/>
                  </a:moveTo>
                  <a:lnTo>
                    <a:pt x="548640" y="1691639"/>
                  </a:lnTo>
                  <a:lnTo>
                    <a:pt x="54864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2699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65759" y="2788920"/>
            <a:ext cx="548640" cy="1691639"/>
          </a:xfrm>
          <a:prstGeom prst="rect">
            <a:avLst/>
          </a:prstGeom>
          <a:solidFill>
            <a:srgbClr val="1E276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800">
              <a:latin typeface="Times New Roman"/>
              <a:cs typeface="Times New Roman"/>
            </a:endParaRPr>
          </a:p>
          <a:p>
            <a:pPr marL="157480">
              <a:lnSpc>
                <a:spcPct val="100000"/>
              </a:lnSpc>
            </a:pPr>
            <a:r>
              <a:rPr dirty="0" sz="1800" spc="-25" b="1">
                <a:solidFill>
                  <a:srgbClr val="C9DCFB"/>
                </a:solidFill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97584" y="2941700"/>
            <a:ext cx="10064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E2760"/>
                </a:solidFill>
                <a:latin typeface="Calibri"/>
                <a:cs typeface="Calibri"/>
              </a:rPr>
              <a:t>Reporting</a:t>
            </a:r>
            <a:r>
              <a:rPr dirty="0" sz="1300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1E2760"/>
                </a:solidFill>
                <a:latin typeface="Calibri"/>
                <a:cs typeface="Calibri"/>
              </a:rPr>
              <a:t>Hub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143304" y="3293745"/>
            <a:ext cx="211582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Automated</a:t>
            </a:r>
            <a:r>
              <a:rPr dirty="0" sz="12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report</a:t>
            </a:r>
            <a:r>
              <a:rPr dirty="0" sz="12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generation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Failure</a:t>
            </a:r>
            <a:r>
              <a:rPr dirty="0" sz="12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log</a:t>
            </a:r>
            <a:r>
              <a:rPr dirty="0" sz="12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aggregation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Spring</a:t>
            </a:r>
            <a:r>
              <a:rPr dirty="0" sz="12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Boot</a:t>
            </a:r>
            <a:r>
              <a:rPr dirty="0" sz="12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reporting</a:t>
            </a:r>
            <a:r>
              <a:rPr dirty="0" sz="120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APIs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661915" y="2732519"/>
            <a:ext cx="4168140" cy="1836420"/>
            <a:chOff x="4661915" y="2732519"/>
            <a:chExt cx="4168140" cy="1836420"/>
          </a:xfrm>
        </p:grpSpPr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1915" y="2732519"/>
              <a:ext cx="4168140" cy="183642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303519" y="2788919"/>
              <a:ext cx="3474720" cy="1691639"/>
            </a:xfrm>
            <a:custGeom>
              <a:avLst/>
              <a:gdLst/>
              <a:ahLst/>
              <a:cxnLst/>
              <a:rect l="l" t="t" r="r" b="b"/>
              <a:pathLst>
                <a:path w="3474720" h="1691639">
                  <a:moveTo>
                    <a:pt x="0" y="1691639"/>
                  </a:moveTo>
                  <a:lnTo>
                    <a:pt x="3474720" y="1691639"/>
                  </a:lnTo>
                  <a:lnTo>
                    <a:pt x="347472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754879" y="2788919"/>
              <a:ext cx="4023360" cy="1691639"/>
            </a:xfrm>
            <a:custGeom>
              <a:avLst/>
              <a:gdLst/>
              <a:ahLst/>
              <a:cxnLst/>
              <a:rect l="l" t="t" r="r" b="b"/>
              <a:pathLst>
                <a:path w="4023359" h="1691639">
                  <a:moveTo>
                    <a:pt x="0" y="1691639"/>
                  </a:moveTo>
                  <a:lnTo>
                    <a:pt x="4023360" y="1691639"/>
                  </a:lnTo>
                  <a:lnTo>
                    <a:pt x="402336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90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754879" y="2788919"/>
              <a:ext cx="548640" cy="1691639"/>
            </a:xfrm>
            <a:custGeom>
              <a:avLst/>
              <a:gdLst/>
              <a:ahLst/>
              <a:cxnLst/>
              <a:rect l="l" t="t" r="r" b="b"/>
              <a:pathLst>
                <a:path w="548639" h="1691639">
                  <a:moveTo>
                    <a:pt x="0" y="1691639"/>
                  </a:moveTo>
                  <a:lnTo>
                    <a:pt x="548639" y="1691639"/>
                  </a:lnTo>
                  <a:lnTo>
                    <a:pt x="548639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2700">
              <a:solidFill>
                <a:srgbClr val="1E27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4754879" y="2788920"/>
            <a:ext cx="548640" cy="1691639"/>
          </a:xfrm>
          <a:prstGeom prst="rect">
            <a:avLst/>
          </a:prstGeom>
          <a:solidFill>
            <a:srgbClr val="1E276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80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</a:pPr>
            <a:r>
              <a:rPr dirty="0" sz="1800" spc="-25" b="1">
                <a:solidFill>
                  <a:srgbClr val="C9DCFB"/>
                </a:solidFill>
                <a:latin typeface="Calibri"/>
                <a:cs typeface="Calibri"/>
              </a:rPr>
              <a:t>04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487289" y="2941700"/>
            <a:ext cx="163004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E2760"/>
                </a:solidFill>
                <a:latin typeface="Calibri"/>
                <a:cs typeface="Calibri"/>
              </a:rPr>
              <a:t>Result</a:t>
            </a:r>
            <a:r>
              <a:rPr dirty="0" sz="1300" spc="-50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1E2760"/>
                </a:solidFill>
                <a:latin typeface="Calibri"/>
                <a:cs typeface="Calibri"/>
              </a:rPr>
              <a:t>Analytics</a:t>
            </a:r>
            <a:r>
              <a:rPr dirty="0" sz="1300" spc="-45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E2760"/>
                </a:solidFill>
                <a:latin typeface="Calibri"/>
                <a:cs typeface="Calibri"/>
              </a:rPr>
              <a:t>Tracker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533009" y="3293745"/>
            <a:ext cx="22834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Trend</a:t>
            </a:r>
            <a:r>
              <a:rPr dirty="0" sz="120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analysis</a:t>
            </a:r>
            <a:r>
              <a:rPr dirty="0" sz="12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from</a:t>
            </a:r>
            <a:r>
              <a:rPr dirty="0" sz="12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stored</a:t>
            </a:r>
            <a:r>
              <a:rPr dirty="0" sz="12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Analytics</a:t>
            </a:r>
            <a:r>
              <a:rPr dirty="0" sz="12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REST</a:t>
            </a:r>
            <a:r>
              <a:rPr dirty="0" sz="1200" spc="-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endpoints</a:t>
            </a:r>
            <a:endParaRPr sz="1200">
              <a:latin typeface="Times New Roman"/>
              <a:cs typeface="Times New Roman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End-to-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end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A1A2D"/>
                </a:solidFill>
                <a:latin typeface="Times New Roman"/>
                <a:cs typeface="Times New Roman"/>
              </a:rPr>
              <a:t>validation</a:t>
            </a:r>
            <a:r>
              <a:rPr dirty="0" sz="12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Times New Roman"/>
                <a:cs typeface="Times New Roman"/>
              </a:rPr>
              <a:t>support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E2760"/>
                </a:solidFill>
                <a:latin typeface="Times New Roman"/>
                <a:cs typeface="Times New Roman"/>
              </a:rPr>
              <a:t>Development</a:t>
            </a:r>
            <a:r>
              <a:rPr dirty="0" spc="-165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1E2760"/>
                </a:solidFill>
                <a:latin typeface="Times New Roman"/>
                <a:cs typeface="Times New Roman"/>
              </a:rPr>
              <a:t>Milestones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65759" y="960119"/>
            <a:ext cx="1920239" cy="457200"/>
          </a:xfrm>
          <a:prstGeom prst="rect">
            <a:avLst/>
          </a:prstGeom>
          <a:solidFill>
            <a:srgbClr val="1E40AE"/>
          </a:solidFill>
          <a:ln w="12700">
            <a:solidFill>
              <a:srgbClr val="1E40AE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619125">
              <a:lnSpc>
                <a:spcPct val="100000"/>
              </a:lnSpc>
              <a:spcBef>
                <a:spcPts val="980"/>
              </a:spcBef>
            </a:pP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Week</a:t>
            </a:r>
            <a:r>
              <a:rPr dirty="0" sz="13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Times New Roman"/>
                <a:cs typeface="Times New Roman"/>
              </a:rPr>
              <a:t>1–2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88036" y="1410969"/>
            <a:ext cx="2034539" cy="3280410"/>
            <a:chOff x="288036" y="1410969"/>
            <a:chExt cx="2034539" cy="3280410"/>
          </a:xfrm>
        </p:grpSpPr>
        <p:sp>
          <p:nvSpPr>
            <p:cNvPr id="5" name="object 5" descr=""/>
            <p:cNvSpPr/>
            <p:nvPr/>
          </p:nvSpPr>
          <p:spPr>
            <a:xfrm>
              <a:off x="1280160" y="1417319"/>
              <a:ext cx="73660" cy="274320"/>
            </a:xfrm>
            <a:custGeom>
              <a:avLst/>
              <a:gdLst/>
              <a:ahLst/>
              <a:cxnLst/>
              <a:rect l="l" t="t" r="r" b="b"/>
              <a:pathLst>
                <a:path w="73659" h="274319">
                  <a:moveTo>
                    <a:pt x="73152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73152" y="27432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1E40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80160" y="1417319"/>
              <a:ext cx="73660" cy="274320"/>
            </a:xfrm>
            <a:custGeom>
              <a:avLst/>
              <a:gdLst/>
              <a:ahLst/>
              <a:cxnLst/>
              <a:rect l="l" t="t" r="r" b="b"/>
              <a:pathLst>
                <a:path w="73659" h="274319">
                  <a:moveTo>
                    <a:pt x="0" y="274320"/>
                  </a:moveTo>
                  <a:lnTo>
                    <a:pt x="73152" y="274320"/>
                  </a:lnTo>
                  <a:lnTo>
                    <a:pt x="73152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2700">
              <a:solidFill>
                <a:srgbClr val="1E40A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88719" y="164591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016" y="0"/>
                  </a:moveTo>
                  <a:lnTo>
                    <a:pt x="78186" y="10054"/>
                  </a:lnTo>
                  <a:lnTo>
                    <a:pt x="37495" y="37480"/>
                  </a:lnTo>
                  <a:lnTo>
                    <a:pt x="10060" y="78170"/>
                  </a:lnTo>
                  <a:lnTo>
                    <a:pt x="0" y="128015"/>
                  </a:lnTo>
                  <a:lnTo>
                    <a:pt x="10060" y="177861"/>
                  </a:lnTo>
                  <a:lnTo>
                    <a:pt x="37495" y="218551"/>
                  </a:lnTo>
                  <a:lnTo>
                    <a:pt x="78186" y="245977"/>
                  </a:lnTo>
                  <a:lnTo>
                    <a:pt x="128016" y="256031"/>
                  </a:lnTo>
                  <a:lnTo>
                    <a:pt x="177861" y="245977"/>
                  </a:lnTo>
                  <a:lnTo>
                    <a:pt x="218551" y="218551"/>
                  </a:lnTo>
                  <a:lnTo>
                    <a:pt x="245977" y="177861"/>
                  </a:lnTo>
                  <a:lnTo>
                    <a:pt x="256032" y="128015"/>
                  </a:lnTo>
                  <a:lnTo>
                    <a:pt x="245977" y="78170"/>
                  </a:lnTo>
                  <a:lnTo>
                    <a:pt x="218551" y="37480"/>
                  </a:lnTo>
                  <a:lnTo>
                    <a:pt x="177861" y="10054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1E40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88719" y="164591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0" y="128015"/>
                  </a:moveTo>
                  <a:lnTo>
                    <a:pt x="10060" y="78170"/>
                  </a:lnTo>
                  <a:lnTo>
                    <a:pt x="37495" y="37480"/>
                  </a:lnTo>
                  <a:lnTo>
                    <a:pt x="78186" y="10054"/>
                  </a:lnTo>
                  <a:lnTo>
                    <a:pt x="128016" y="0"/>
                  </a:lnTo>
                  <a:lnTo>
                    <a:pt x="177861" y="10054"/>
                  </a:lnTo>
                  <a:lnTo>
                    <a:pt x="218551" y="37480"/>
                  </a:lnTo>
                  <a:lnTo>
                    <a:pt x="245977" y="78170"/>
                  </a:lnTo>
                  <a:lnTo>
                    <a:pt x="256032" y="128015"/>
                  </a:lnTo>
                  <a:lnTo>
                    <a:pt x="245977" y="177861"/>
                  </a:lnTo>
                  <a:lnTo>
                    <a:pt x="218551" y="218551"/>
                  </a:lnTo>
                  <a:lnTo>
                    <a:pt x="177861" y="245977"/>
                  </a:lnTo>
                  <a:lnTo>
                    <a:pt x="128016" y="256031"/>
                  </a:lnTo>
                  <a:lnTo>
                    <a:pt x="78186" y="245977"/>
                  </a:lnTo>
                  <a:lnTo>
                    <a:pt x="37495" y="218551"/>
                  </a:lnTo>
                  <a:lnTo>
                    <a:pt x="10060" y="177861"/>
                  </a:lnTo>
                  <a:lnTo>
                    <a:pt x="0" y="128015"/>
                  </a:lnTo>
                  <a:close/>
                </a:path>
              </a:pathLst>
            </a:custGeom>
            <a:ln w="12700">
              <a:solidFill>
                <a:srgbClr val="1E40A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036" y="1924811"/>
              <a:ext cx="2034539" cy="276606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65760" y="1965959"/>
              <a:ext cx="1920239" cy="2651760"/>
            </a:xfrm>
            <a:custGeom>
              <a:avLst/>
              <a:gdLst/>
              <a:ahLst/>
              <a:cxnLst/>
              <a:rect l="l" t="t" r="r" b="b"/>
              <a:pathLst>
                <a:path w="1920239" h="2651760">
                  <a:moveTo>
                    <a:pt x="1920239" y="0"/>
                  </a:moveTo>
                  <a:lnTo>
                    <a:pt x="0" y="0"/>
                  </a:lnTo>
                  <a:lnTo>
                    <a:pt x="0" y="2651760"/>
                  </a:lnTo>
                  <a:lnTo>
                    <a:pt x="1920239" y="265176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65760" y="1965959"/>
              <a:ext cx="1920239" cy="2651760"/>
            </a:xfrm>
            <a:custGeom>
              <a:avLst/>
              <a:gdLst/>
              <a:ahLst/>
              <a:cxnLst/>
              <a:rect l="l" t="t" r="r" b="b"/>
              <a:pathLst>
                <a:path w="1920239" h="2651760">
                  <a:moveTo>
                    <a:pt x="0" y="2651760"/>
                  </a:moveTo>
                  <a:lnTo>
                    <a:pt x="1920239" y="265176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651760"/>
                  </a:lnTo>
                  <a:close/>
                </a:path>
              </a:pathLst>
            </a:custGeom>
            <a:ln w="12699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02919" y="2072767"/>
            <a:ext cx="1062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E40AE"/>
                </a:solidFill>
                <a:latin typeface="Calibri"/>
                <a:cs typeface="Calibri"/>
              </a:rPr>
              <a:t>Setup</a:t>
            </a:r>
            <a:r>
              <a:rPr dirty="0" sz="1200" spc="-20" b="1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E40AE"/>
                </a:solidFill>
                <a:latin typeface="Calibri"/>
                <a:cs typeface="Calibri"/>
              </a:rPr>
              <a:t>&amp;</a:t>
            </a:r>
            <a:r>
              <a:rPr dirty="0" sz="1200" spc="-15" b="1">
                <a:solidFill>
                  <a:srgbClr val="1E40A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E40AE"/>
                </a:solidFill>
                <a:latin typeface="Calibri"/>
                <a:cs typeface="Calibri"/>
              </a:rPr>
              <a:t>Training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514600" y="960119"/>
            <a:ext cx="1920239" cy="457200"/>
          </a:xfrm>
          <a:prstGeom prst="rect">
            <a:avLst/>
          </a:prstGeom>
          <a:solidFill>
            <a:srgbClr val="1D4ED7"/>
          </a:solidFill>
          <a:ln w="12700">
            <a:solidFill>
              <a:srgbClr val="1D4ED7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619125">
              <a:lnSpc>
                <a:spcPct val="100000"/>
              </a:lnSpc>
              <a:spcBef>
                <a:spcPts val="980"/>
              </a:spcBef>
            </a:pP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Week</a:t>
            </a:r>
            <a:r>
              <a:rPr dirty="0" sz="13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Times New Roman"/>
                <a:cs typeface="Times New Roman"/>
              </a:rPr>
              <a:t>3–4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436876" y="1410969"/>
            <a:ext cx="2034539" cy="3280410"/>
            <a:chOff x="2436876" y="1410969"/>
            <a:chExt cx="2034539" cy="3280410"/>
          </a:xfrm>
        </p:grpSpPr>
        <p:sp>
          <p:nvSpPr>
            <p:cNvPr id="15" name="object 15" descr=""/>
            <p:cNvSpPr/>
            <p:nvPr/>
          </p:nvSpPr>
          <p:spPr>
            <a:xfrm>
              <a:off x="3429000" y="1417319"/>
              <a:ext cx="73660" cy="274320"/>
            </a:xfrm>
            <a:custGeom>
              <a:avLst/>
              <a:gdLst/>
              <a:ahLst/>
              <a:cxnLst/>
              <a:rect l="l" t="t" r="r" b="b"/>
              <a:pathLst>
                <a:path w="73660" h="274319">
                  <a:moveTo>
                    <a:pt x="73151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73151" y="27432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1D4E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429000" y="1417319"/>
              <a:ext cx="73660" cy="274320"/>
            </a:xfrm>
            <a:custGeom>
              <a:avLst/>
              <a:gdLst/>
              <a:ahLst/>
              <a:cxnLst/>
              <a:rect l="l" t="t" r="r" b="b"/>
              <a:pathLst>
                <a:path w="73660" h="274319">
                  <a:moveTo>
                    <a:pt x="0" y="274320"/>
                  </a:moveTo>
                  <a:lnTo>
                    <a:pt x="73151" y="274320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2700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37560" y="164591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28015" y="0"/>
                  </a:moveTo>
                  <a:lnTo>
                    <a:pt x="78170" y="10054"/>
                  </a:lnTo>
                  <a:lnTo>
                    <a:pt x="37480" y="37480"/>
                  </a:lnTo>
                  <a:lnTo>
                    <a:pt x="10054" y="78170"/>
                  </a:lnTo>
                  <a:lnTo>
                    <a:pt x="0" y="128015"/>
                  </a:lnTo>
                  <a:lnTo>
                    <a:pt x="10054" y="177861"/>
                  </a:lnTo>
                  <a:lnTo>
                    <a:pt x="37480" y="218551"/>
                  </a:lnTo>
                  <a:lnTo>
                    <a:pt x="78170" y="245977"/>
                  </a:lnTo>
                  <a:lnTo>
                    <a:pt x="128015" y="256031"/>
                  </a:lnTo>
                  <a:lnTo>
                    <a:pt x="177861" y="245977"/>
                  </a:lnTo>
                  <a:lnTo>
                    <a:pt x="218551" y="218551"/>
                  </a:lnTo>
                  <a:lnTo>
                    <a:pt x="245977" y="177861"/>
                  </a:lnTo>
                  <a:lnTo>
                    <a:pt x="256031" y="128015"/>
                  </a:lnTo>
                  <a:lnTo>
                    <a:pt x="245977" y="78170"/>
                  </a:lnTo>
                  <a:lnTo>
                    <a:pt x="218551" y="37480"/>
                  </a:lnTo>
                  <a:lnTo>
                    <a:pt x="177861" y="10054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1D4E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337560" y="164591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0" y="128015"/>
                  </a:moveTo>
                  <a:lnTo>
                    <a:pt x="10054" y="78170"/>
                  </a:lnTo>
                  <a:lnTo>
                    <a:pt x="37480" y="37480"/>
                  </a:lnTo>
                  <a:lnTo>
                    <a:pt x="78170" y="10054"/>
                  </a:lnTo>
                  <a:lnTo>
                    <a:pt x="128015" y="0"/>
                  </a:lnTo>
                  <a:lnTo>
                    <a:pt x="177861" y="10054"/>
                  </a:lnTo>
                  <a:lnTo>
                    <a:pt x="218551" y="37480"/>
                  </a:lnTo>
                  <a:lnTo>
                    <a:pt x="245977" y="78170"/>
                  </a:lnTo>
                  <a:lnTo>
                    <a:pt x="256031" y="128015"/>
                  </a:lnTo>
                  <a:lnTo>
                    <a:pt x="245977" y="177861"/>
                  </a:lnTo>
                  <a:lnTo>
                    <a:pt x="218551" y="218551"/>
                  </a:lnTo>
                  <a:lnTo>
                    <a:pt x="177861" y="245977"/>
                  </a:lnTo>
                  <a:lnTo>
                    <a:pt x="128015" y="256031"/>
                  </a:lnTo>
                  <a:lnTo>
                    <a:pt x="78170" y="245977"/>
                  </a:lnTo>
                  <a:lnTo>
                    <a:pt x="37480" y="218551"/>
                  </a:lnTo>
                  <a:lnTo>
                    <a:pt x="10054" y="177861"/>
                  </a:lnTo>
                  <a:lnTo>
                    <a:pt x="0" y="128015"/>
                  </a:lnTo>
                  <a:close/>
                </a:path>
              </a:pathLst>
            </a:custGeom>
            <a:ln w="12700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6876" y="1924811"/>
              <a:ext cx="2034539" cy="276606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514600" y="1965959"/>
              <a:ext cx="1920239" cy="2651760"/>
            </a:xfrm>
            <a:custGeom>
              <a:avLst/>
              <a:gdLst/>
              <a:ahLst/>
              <a:cxnLst/>
              <a:rect l="l" t="t" r="r" b="b"/>
              <a:pathLst>
                <a:path w="1920239" h="2651760">
                  <a:moveTo>
                    <a:pt x="1920239" y="0"/>
                  </a:moveTo>
                  <a:lnTo>
                    <a:pt x="0" y="0"/>
                  </a:lnTo>
                  <a:lnTo>
                    <a:pt x="0" y="2651760"/>
                  </a:lnTo>
                  <a:lnTo>
                    <a:pt x="1920239" y="265176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14600" y="1965959"/>
              <a:ext cx="1920239" cy="2651760"/>
            </a:xfrm>
            <a:custGeom>
              <a:avLst/>
              <a:gdLst/>
              <a:ahLst/>
              <a:cxnLst/>
              <a:rect l="l" t="t" r="r" b="b"/>
              <a:pathLst>
                <a:path w="1920239" h="2651760">
                  <a:moveTo>
                    <a:pt x="0" y="2651760"/>
                  </a:moveTo>
                  <a:lnTo>
                    <a:pt x="1920239" y="265176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651760"/>
                  </a:lnTo>
                  <a:close/>
                </a:path>
              </a:pathLst>
            </a:custGeom>
            <a:ln w="12699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652014" y="2072767"/>
            <a:ext cx="1174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D4ED7"/>
                </a:solidFill>
                <a:latin typeface="Calibri"/>
                <a:cs typeface="Calibri"/>
              </a:rPr>
              <a:t>Integration</a:t>
            </a:r>
            <a:r>
              <a:rPr dirty="0" sz="1200" spc="-5" b="1">
                <a:solidFill>
                  <a:srgbClr val="1D4ED7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4ED7"/>
                </a:solidFill>
                <a:latin typeface="Calibri"/>
                <a:cs typeface="Calibri"/>
              </a:rPr>
              <a:t>Engine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663440" y="960119"/>
            <a:ext cx="1920239" cy="457200"/>
          </a:xfrm>
          <a:prstGeom prst="rect">
            <a:avLst/>
          </a:prstGeom>
          <a:solidFill>
            <a:srgbClr val="2462EB"/>
          </a:solidFill>
          <a:ln w="12700">
            <a:solidFill>
              <a:srgbClr val="2462EB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619760">
              <a:lnSpc>
                <a:spcPct val="100000"/>
              </a:lnSpc>
              <a:spcBef>
                <a:spcPts val="980"/>
              </a:spcBef>
            </a:pP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Week</a:t>
            </a:r>
            <a:r>
              <a:rPr dirty="0" sz="13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Times New Roman"/>
                <a:cs typeface="Times New Roman"/>
              </a:rPr>
              <a:t>5–6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585715" y="1410969"/>
            <a:ext cx="2034539" cy="3280410"/>
            <a:chOff x="4585715" y="1410969"/>
            <a:chExt cx="2034539" cy="3280410"/>
          </a:xfrm>
        </p:grpSpPr>
        <p:sp>
          <p:nvSpPr>
            <p:cNvPr id="25" name="object 25" descr=""/>
            <p:cNvSpPr/>
            <p:nvPr/>
          </p:nvSpPr>
          <p:spPr>
            <a:xfrm>
              <a:off x="5577839" y="1417319"/>
              <a:ext cx="73660" cy="274320"/>
            </a:xfrm>
            <a:custGeom>
              <a:avLst/>
              <a:gdLst/>
              <a:ahLst/>
              <a:cxnLst/>
              <a:rect l="l" t="t" r="r" b="b"/>
              <a:pathLst>
                <a:path w="73660" h="274319">
                  <a:moveTo>
                    <a:pt x="73151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73151" y="27432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577839" y="1417319"/>
              <a:ext cx="73660" cy="274320"/>
            </a:xfrm>
            <a:custGeom>
              <a:avLst/>
              <a:gdLst/>
              <a:ahLst/>
              <a:cxnLst/>
              <a:rect l="l" t="t" r="r" b="b"/>
              <a:pathLst>
                <a:path w="73660" h="274319">
                  <a:moveTo>
                    <a:pt x="0" y="274320"/>
                  </a:moveTo>
                  <a:lnTo>
                    <a:pt x="73151" y="274320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2700">
              <a:solidFill>
                <a:srgbClr val="2462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486399" y="164591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28015" y="0"/>
                  </a:moveTo>
                  <a:lnTo>
                    <a:pt x="78170" y="10054"/>
                  </a:lnTo>
                  <a:lnTo>
                    <a:pt x="37480" y="37480"/>
                  </a:lnTo>
                  <a:lnTo>
                    <a:pt x="10054" y="78170"/>
                  </a:lnTo>
                  <a:lnTo>
                    <a:pt x="0" y="128015"/>
                  </a:lnTo>
                  <a:lnTo>
                    <a:pt x="10054" y="177861"/>
                  </a:lnTo>
                  <a:lnTo>
                    <a:pt x="37480" y="218551"/>
                  </a:lnTo>
                  <a:lnTo>
                    <a:pt x="78170" y="245977"/>
                  </a:lnTo>
                  <a:lnTo>
                    <a:pt x="128015" y="256031"/>
                  </a:lnTo>
                  <a:lnTo>
                    <a:pt x="177861" y="245977"/>
                  </a:lnTo>
                  <a:lnTo>
                    <a:pt x="218551" y="218551"/>
                  </a:lnTo>
                  <a:lnTo>
                    <a:pt x="245977" y="177861"/>
                  </a:lnTo>
                  <a:lnTo>
                    <a:pt x="256032" y="128015"/>
                  </a:lnTo>
                  <a:lnTo>
                    <a:pt x="245977" y="78170"/>
                  </a:lnTo>
                  <a:lnTo>
                    <a:pt x="218551" y="37480"/>
                  </a:lnTo>
                  <a:lnTo>
                    <a:pt x="177861" y="10054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486399" y="164591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0" y="128015"/>
                  </a:moveTo>
                  <a:lnTo>
                    <a:pt x="10054" y="78170"/>
                  </a:lnTo>
                  <a:lnTo>
                    <a:pt x="37480" y="37480"/>
                  </a:lnTo>
                  <a:lnTo>
                    <a:pt x="78170" y="10054"/>
                  </a:lnTo>
                  <a:lnTo>
                    <a:pt x="128015" y="0"/>
                  </a:lnTo>
                  <a:lnTo>
                    <a:pt x="177861" y="10054"/>
                  </a:lnTo>
                  <a:lnTo>
                    <a:pt x="218551" y="37480"/>
                  </a:lnTo>
                  <a:lnTo>
                    <a:pt x="245977" y="78170"/>
                  </a:lnTo>
                  <a:lnTo>
                    <a:pt x="256032" y="128015"/>
                  </a:lnTo>
                  <a:lnTo>
                    <a:pt x="245977" y="177861"/>
                  </a:lnTo>
                  <a:lnTo>
                    <a:pt x="218551" y="218551"/>
                  </a:lnTo>
                  <a:lnTo>
                    <a:pt x="177861" y="245977"/>
                  </a:lnTo>
                  <a:lnTo>
                    <a:pt x="128015" y="256031"/>
                  </a:lnTo>
                  <a:lnTo>
                    <a:pt x="78170" y="245977"/>
                  </a:lnTo>
                  <a:lnTo>
                    <a:pt x="37480" y="218551"/>
                  </a:lnTo>
                  <a:lnTo>
                    <a:pt x="10054" y="177861"/>
                  </a:lnTo>
                  <a:lnTo>
                    <a:pt x="0" y="128015"/>
                  </a:lnTo>
                  <a:close/>
                </a:path>
              </a:pathLst>
            </a:custGeom>
            <a:ln w="12700">
              <a:solidFill>
                <a:srgbClr val="2462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5715" y="1924811"/>
              <a:ext cx="2034539" cy="276606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663439" y="1965959"/>
              <a:ext cx="1920239" cy="2651760"/>
            </a:xfrm>
            <a:custGeom>
              <a:avLst/>
              <a:gdLst/>
              <a:ahLst/>
              <a:cxnLst/>
              <a:rect l="l" t="t" r="r" b="b"/>
              <a:pathLst>
                <a:path w="1920240" h="2651760">
                  <a:moveTo>
                    <a:pt x="1920239" y="0"/>
                  </a:moveTo>
                  <a:lnTo>
                    <a:pt x="0" y="0"/>
                  </a:lnTo>
                  <a:lnTo>
                    <a:pt x="0" y="2651760"/>
                  </a:lnTo>
                  <a:lnTo>
                    <a:pt x="1920239" y="265176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663439" y="1965959"/>
              <a:ext cx="1920239" cy="2651760"/>
            </a:xfrm>
            <a:custGeom>
              <a:avLst/>
              <a:gdLst/>
              <a:ahLst/>
              <a:cxnLst/>
              <a:rect l="l" t="t" r="r" b="b"/>
              <a:pathLst>
                <a:path w="1920240" h="2651760">
                  <a:moveTo>
                    <a:pt x="0" y="2651760"/>
                  </a:moveTo>
                  <a:lnTo>
                    <a:pt x="1920239" y="265176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651760"/>
                  </a:lnTo>
                  <a:close/>
                </a:path>
              </a:pathLst>
            </a:custGeom>
            <a:ln w="12699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4801234" y="2072767"/>
            <a:ext cx="15055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462EB"/>
                </a:solidFill>
                <a:latin typeface="Calibri"/>
                <a:cs typeface="Calibri"/>
              </a:rPr>
              <a:t>Scheduling</a:t>
            </a:r>
            <a:r>
              <a:rPr dirty="0" sz="1200" spc="-25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462EB"/>
                </a:solidFill>
                <a:latin typeface="Calibri"/>
                <a:cs typeface="Calibri"/>
              </a:rPr>
              <a:t>&amp;</a:t>
            </a:r>
            <a:r>
              <a:rPr dirty="0" sz="1200" spc="-25" b="1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462EB"/>
                </a:solidFill>
                <a:latin typeface="Calibri"/>
                <a:cs typeface="Calibri"/>
              </a:rPr>
              <a:t>Reporting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812280" y="960119"/>
            <a:ext cx="1920239" cy="457200"/>
          </a:xfrm>
          <a:prstGeom prst="rect">
            <a:avLst/>
          </a:prstGeom>
          <a:solidFill>
            <a:srgbClr val="4990D9"/>
          </a:solidFill>
          <a:ln w="12700">
            <a:solidFill>
              <a:srgbClr val="4990D9"/>
            </a:solidFill>
          </a:ln>
        </p:spPr>
        <p:txBody>
          <a:bodyPr wrap="square" lIns="0" tIns="124460" rIns="0" bIns="0" rtlCol="0" vert="horz">
            <a:spAutoFit/>
          </a:bodyPr>
          <a:lstStyle/>
          <a:p>
            <a:pPr marL="619760">
              <a:lnSpc>
                <a:spcPct val="100000"/>
              </a:lnSpc>
              <a:spcBef>
                <a:spcPts val="980"/>
              </a:spcBef>
            </a:pPr>
            <a:r>
              <a:rPr dirty="0" sz="1300" spc="-10" b="1">
                <a:solidFill>
                  <a:srgbClr val="FFFFFF"/>
                </a:solidFill>
                <a:latin typeface="Times New Roman"/>
                <a:cs typeface="Times New Roman"/>
              </a:rPr>
              <a:t>Week</a:t>
            </a:r>
            <a:r>
              <a:rPr dirty="0" sz="13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Times New Roman"/>
                <a:cs typeface="Times New Roman"/>
              </a:rPr>
              <a:t>7–8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6734556" y="1410969"/>
            <a:ext cx="2034539" cy="3280410"/>
            <a:chOff x="6734556" y="1410969"/>
            <a:chExt cx="2034539" cy="3280410"/>
          </a:xfrm>
        </p:grpSpPr>
        <p:sp>
          <p:nvSpPr>
            <p:cNvPr id="35" name="object 35" descr=""/>
            <p:cNvSpPr/>
            <p:nvPr/>
          </p:nvSpPr>
          <p:spPr>
            <a:xfrm>
              <a:off x="7726680" y="1417319"/>
              <a:ext cx="73660" cy="274320"/>
            </a:xfrm>
            <a:custGeom>
              <a:avLst/>
              <a:gdLst/>
              <a:ahLst/>
              <a:cxnLst/>
              <a:rect l="l" t="t" r="r" b="b"/>
              <a:pathLst>
                <a:path w="73659" h="274319">
                  <a:moveTo>
                    <a:pt x="73151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73151" y="27432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499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726680" y="1417319"/>
              <a:ext cx="73660" cy="274320"/>
            </a:xfrm>
            <a:custGeom>
              <a:avLst/>
              <a:gdLst/>
              <a:ahLst/>
              <a:cxnLst/>
              <a:rect l="l" t="t" r="r" b="b"/>
              <a:pathLst>
                <a:path w="73659" h="274319">
                  <a:moveTo>
                    <a:pt x="0" y="274320"/>
                  </a:moveTo>
                  <a:lnTo>
                    <a:pt x="73151" y="274320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635240" y="164591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128015" y="0"/>
                  </a:moveTo>
                  <a:lnTo>
                    <a:pt x="78170" y="10054"/>
                  </a:lnTo>
                  <a:lnTo>
                    <a:pt x="37480" y="37480"/>
                  </a:lnTo>
                  <a:lnTo>
                    <a:pt x="10054" y="78170"/>
                  </a:lnTo>
                  <a:lnTo>
                    <a:pt x="0" y="128015"/>
                  </a:lnTo>
                  <a:lnTo>
                    <a:pt x="10054" y="177861"/>
                  </a:lnTo>
                  <a:lnTo>
                    <a:pt x="37480" y="218551"/>
                  </a:lnTo>
                  <a:lnTo>
                    <a:pt x="78170" y="245977"/>
                  </a:lnTo>
                  <a:lnTo>
                    <a:pt x="128015" y="256031"/>
                  </a:lnTo>
                  <a:lnTo>
                    <a:pt x="177861" y="245977"/>
                  </a:lnTo>
                  <a:lnTo>
                    <a:pt x="218551" y="218551"/>
                  </a:lnTo>
                  <a:lnTo>
                    <a:pt x="245977" y="177861"/>
                  </a:lnTo>
                  <a:lnTo>
                    <a:pt x="256031" y="128015"/>
                  </a:lnTo>
                  <a:lnTo>
                    <a:pt x="245977" y="78170"/>
                  </a:lnTo>
                  <a:lnTo>
                    <a:pt x="218551" y="37480"/>
                  </a:lnTo>
                  <a:lnTo>
                    <a:pt x="177861" y="10054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499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635240" y="164591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0" y="128015"/>
                  </a:moveTo>
                  <a:lnTo>
                    <a:pt x="10054" y="78170"/>
                  </a:lnTo>
                  <a:lnTo>
                    <a:pt x="37480" y="37480"/>
                  </a:lnTo>
                  <a:lnTo>
                    <a:pt x="78170" y="10054"/>
                  </a:lnTo>
                  <a:lnTo>
                    <a:pt x="128015" y="0"/>
                  </a:lnTo>
                  <a:lnTo>
                    <a:pt x="177861" y="10054"/>
                  </a:lnTo>
                  <a:lnTo>
                    <a:pt x="218551" y="37480"/>
                  </a:lnTo>
                  <a:lnTo>
                    <a:pt x="245977" y="78170"/>
                  </a:lnTo>
                  <a:lnTo>
                    <a:pt x="256031" y="128015"/>
                  </a:lnTo>
                  <a:lnTo>
                    <a:pt x="245977" y="177861"/>
                  </a:lnTo>
                  <a:lnTo>
                    <a:pt x="218551" y="218551"/>
                  </a:lnTo>
                  <a:lnTo>
                    <a:pt x="177861" y="245977"/>
                  </a:lnTo>
                  <a:lnTo>
                    <a:pt x="128015" y="256031"/>
                  </a:lnTo>
                  <a:lnTo>
                    <a:pt x="78170" y="245977"/>
                  </a:lnTo>
                  <a:lnTo>
                    <a:pt x="37480" y="218551"/>
                  </a:lnTo>
                  <a:lnTo>
                    <a:pt x="10054" y="177861"/>
                  </a:lnTo>
                  <a:lnTo>
                    <a:pt x="0" y="128015"/>
                  </a:lnTo>
                  <a:close/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34556" y="1924811"/>
              <a:ext cx="2034540" cy="276606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6812280" y="1965959"/>
              <a:ext cx="1920239" cy="2651760"/>
            </a:xfrm>
            <a:custGeom>
              <a:avLst/>
              <a:gdLst/>
              <a:ahLst/>
              <a:cxnLst/>
              <a:rect l="l" t="t" r="r" b="b"/>
              <a:pathLst>
                <a:path w="1920240" h="2651760">
                  <a:moveTo>
                    <a:pt x="1920239" y="0"/>
                  </a:moveTo>
                  <a:lnTo>
                    <a:pt x="0" y="0"/>
                  </a:lnTo>
                  <a:lnTo>
                    <a:pt x="0" y="2651760"/>
                  </a:lnTo>
                  <a:lnTo>
                    <a:pt x="1920239" y="265176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812280" y="1965959"/>
              <a:ext cx="1920239" cy="2651760"/>
            </a:xfrm>
            <a:custGeom>
              <a:avLst/>
              <a:gdLst/>
              <a:ahLst/>
              <a:cxnLst/>
              <a:rect l="l" t="t" r="r" b="b"/>
              <a:pathLst>
                <a:path w="1920240" h="2651760">
                  <a:moveTo>
                    <a:pt x="0" y="2651760"/>
                  </a:moveTo>
                  <a:lnTo>
                    <a:pt x="1920239" y="265176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651760"/>
                  </a:lnTo>
                  <a:close/>
                </a:path>
              </a:pathLst>
            </a:custGeom>
            <a:ln w="1270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6950329" y="2072767"/>
            <a:ext cx="12090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4990D9"/>
                </a:solidFill>
                <a:latin typeface="Calibri"/>
                <a:cs typeface="Calibri"/>
              </a:rPr>
              <a:t>Analytics</a:t>
            </a:r>
            <a:r>
              <a:rPr dirty="0" sz="1200" spc="-35" b="1">
                <a:solidFill>
                  <a:srgbClr val="4990D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4990D9"/>
                </a:solidFill>
                <a:latin typeface="Calibri"/>
                <a:cs typeface="Calibri"/>
              </a:rPr>
              <a:t>&amp;</a:t>
            </a:r>
            <a:r>
              <a:rPr dirty="0" sz="1200" spc="-5" b="1">
                <a:solidFill>
                  <a:srgbClr val="4990D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4990D9"/>
                </a:solidFill>
                <a:latin typeface="Calibri"/>
                <a:cs typeface="Calibri"/>
              </a:rPr>
              <a:t>Deploy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48640" y="2387930"/>
            <a:ext cx="1591310" cy="987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42265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JDK,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DB,</a:t>
            </a:r>
            <a:r>
              <a:rPr dirty="0" sz="105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Spring</a:t>
            </a:r>
            <a:r>
              <a:rPr dirty="0" sz="105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A1A2D"/>
                </a:solidFill>
                <a:latin typeface="Times New Roman"/>
                <a:cs typeface="Times New Roman"/>
              </a:rPr>
              <a:t>Boot</a:t>
            </a:r>
            <a:endParaRPr sz="1050"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setup</a:t>
            </a:r>
            <a:endParaRPr sz="1050">
              <a:latin typeface="Times New Roman"/>
              <a:cs typeface="Times New Roman"/>
            </a:endParaRPr>
          </a:p>
          <a:p>
            <a:pPr marL="342900" marR="508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OOP,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JDBC,</a:t>
            </a:r>
            <a:r>
              <a:rPr dirty="0" sz="105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Selenium training</a:t>
            </a:r>
            <a:endParaRPr sz="1050">
              <a:latin typeface="Times New Roman"/>
              <a:cs typeface="Times New Roman"/>
            </a:endParaRPr>
          </a:p>
          <a:p>
            <a:pPr marL="342900" marR="307975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05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entity</a:t>
            </a:r>
            <a:r>
              <a:rPr dirty="0" sz="105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model definition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697733" y="2387930"/>
            <a:ext cx="1367155" cy="987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42900" algn="l"/>
              </a:tabLst>
            </a:pP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Selenium/REST-</a:t>
            </a:r>
            <a:endParaRPr sz="1050"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Assured</a:t>
            </a:r>
            <a:r>
              <a:rPr dirty="0" sz="105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classes</a:t>
            </a:r>
            <a:endParaRPr sz="1050">
              <a:latin typeface="Times New Roman"/>
              <a:cs typeface="Times New Roman"/>
            </a:endParaRPr>
          </a:p>
          <a:p>
            <a:pPr marL="342900" marR="5080" indent="-343535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Spring</a:t>
            </a:r>
            <a:r>
              <a:rPr dirty="0" sz="105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Boot</a:t>
            </a:r>
            <a:r>
              <a:rPr dirty="0" sz="1050" spc="-20">
                <a:solidFill>
                  <a:srgbClr val="1A1A2D"/>
                </a:solidFill>
                <a:latin typeface="Times New Roman"/>
                <a:cs typeface="Times New Roman"/>
              </a:rPr>
              <a:t> JDBC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repos</a:t>
            </a:r>
            <a:endParaRPr sz="1050">
              <a:latin typeface="Times New Roman"/>
              <a:cs typeface="Times New Roman"/>
            </a:endParaRPr>
          </a:p>
          <a:p>
            <a:pPr marL="342900" marR="292100" indent="-343535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RESTful</a:t>
            </a:r>
            <a:r>
              <a:rPr dirty="0" sz="105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A1A2D"/>
                </a:solidFill>
                <a:latin typeface="Times New Roman"/>
                <a:cs typeface="Times New Roman"/>
              </a:rPr>
              <a:t>API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development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4846954" y="2387930"/>
            <a:ext cx="1443990" cy="987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L="342900" marR="33591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42900" algn="l"/>
              </a:tabLst>
            </a:pP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Multithreaded</a:t>
            </a:r>
            <a:endParaRPr sz="1050">
              <a:latin typeface="Times New Roman"/>
              <a:cs typeface="Times New Roman"/>
            </a:endParaRPr>
          </a:p>
          <a:p>
            <a:pPr algn="r" marR="27686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execution</a:t>
            </a:r>
            <a:r>
              <a:rPr dirty="0" sz="105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logic</a:t>
            </a:r>
            <a:endParaRPr sz="1050">
              <a:latin typeface="Times New Roman"/>
              <a:cs typeface="Times New Roman"/>
            </a:endParaRPr>
          </a:p>
          <a:p>
            <a:pPr marL="342900" marR="389890" indent="-343535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Report</a:t>
            </a:r>
            <a:r>
              <a:rPr dirty="0" sz="105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&amp; </a:t>
            </a:r>
            <a:r>
              <a:rPr dirty="0" sz="1050" spc="-25">
                <a:solidFill>
                  <a:srgbClr val="1A1A2D"/>
                </a:solidFill>
                <a:latin typeface="Times New Roman"/>
                <a:cs typeface="Times New Roman"/>
              </a:rPr>
              <a:t>log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generation</a:t>
            </a:r>
            <a:endParaRPr sz="1050">
              <a:latin typeface="Times New Roman"/>
              <a:cs typeface="Times New Roman"/>
            </a:endParaRPr>
          </a:p>
          <a:p>
            <a:pPr marL="342900" marR="5080" indent="-343535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Scheduling</a:t>
            </a:r>
            <a:r>
              <a:rPr dirty="0" sz="105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dirty="0" sz="105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report </a:t>
            </a:r>
            <a:r>
              <a:rPr dirty="0" sz="1050" spc="-20">
                <a:solidFill>
                  <a:srgbClr val="1A1A2D"/>
                </a:solidFill>
                <a:latin typeface="Times New Roman"/>
                <a:cs typeface="Times New Roman"/>
              </a:rPr>
              <a:t>APIs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996048" y="2387930"/>
            <a:ext cx="1226820" cy="987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Result</a:t>
            </a:r>
            <a:r>
              <a:rPr dirty="0" sz="1050" spc="-3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analysis</a:t>
            </a:r>
            <a:endParaRPr sz="1050"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integration</a:t>
            </a:r>
            <a:endParaRPr sz="1050">
              <a:latin typeface="Times New Roman"/>
              <a:cs typeface="Times New Roman"/>
            </a:endParaRPr>
          </a:p>
          <a:p>
            <a:pPr marL="342900" marR="5080" indent="-343535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Analytics</a:t>
            </a:r>
            <a:r>
              <a:rPr dirty="0" sz="1050" spc="-4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A1A2D"/>
                </a:solidFill>
                <a:latin typeface="Times New Roman"/>
                <a:cs typeface="Times New Roman"/>
              </a:rPr>
              <a:t>REST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endpoints</a:t>
            </a:r>
            <a:endParaRPr sz="1050">
              <a:latin typeface="Times New Roman"/>
              <a:cs typeface="Times New Roman"/>
            </a:endParaRPr>
          </a:p>
          <a:p>
            <a:pPr marL="342900" marR="121920" indent="-343535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E2E</a:t>
            </a:r>
            <a:r>
              <a:rPr dirty="0" sz="105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A1A2D"/>
                </a:solidFill>
                <a:latin typeface="Times New Roman"/>
                <a:cs typeface="Times New Roman"/>
              </a:rPr>
              <a:t>testing</a:t>
            </a:r>
            <a:r>
              <a:rPr dirty="0" sz="105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1A1A2D"/>
                </a:solidFill>
                <a:latin typeface="Times New Roman"/>
                <a:cs typeface="Times New Roman"/>
              </a:rPr>
              <a:t>&amp; </a:t>
            </a:r>
            <a:r>
              <a:rPr dirty="0" sz="1050" spc="-10">
                <a:solidFill>
                  <a:srgbClr val="1A1A2D"/>
                </a:solidFill>
                <a:latin typeface="Times New Roman"/>
                <a:cs typeface="Times New Roman"/>
              </a:rPr>
              <a:t>deployment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359409" y="1749298"/>
            <a:ext cx="8425180" cy="49530"/>
            <a:chOff x="359409" y="1749298"/>
            <a:chExt cx="8425180" cy="49530"/>
          </a:xfrm>
        </p:grpSpPr>
        <p:sp>
          <p:nvSpPr>
            <p:cNvPr id="48" name="object 48" descr=""/>
            <p:cNvSpPr/>
            <p:nvPr/>
          </p:nvSpPr>
          <p:spPr>
            <a:xfrm>
              <a:off x="365759" y="1755648"/>
              <a:ext cx="8412480" cy="36830"/>
            </a:xfrm>
            <a:custGeom>
              <a:avLst/>
              <a:gdLst/>
              <a:ahLst/>
              <a:cxnLst/>
              <a:rect l="l" t="t" r="r" b="b"/>
              <a:pathLst>
                <a:path w="8412480" h="36830">
                  <a:moveTo>
                    <a:pt x="841248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8412480" y="36575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C9DC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65759" y="1755648"/>
              <a:ext cx="8412480" cy="36830"/>
            </a:xfrm>
            <a:custGeom>
              <a:avLst/>
              <a:gdLst/>
              <a:ahLst/>
              <a:cxnLst/>
              <a:rect l="l" t="t" r="r" b="b"/>
              <a:pathLst>
                <a:path w="8412480" h="36830">
                  <a:moveTo>
                    <a:pt x="0" y="36575"/>
                  </a:moveTo>
                  <a:lnTo>
                    <a:pt x="8412480" y="36575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E2760"/>
                </a:solidFill>
                <a:latin typeface="Times New Roman"/>
                <a:cs typeface="Times New Roman"/>
              </a:rPr>
              <a:t>Screenshots</a:t>
            </a:r>
            <a:r>
              <a:rPr dirty="0" spc="-75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1E2760"/>
                </a:solidFill>
                <a:latin typeface="Times New Roman"/>
                <a:cs typeface="Times New Roman"/>
              </a:rPr>
              <a:t>/</a:t>
            </a:r>
            <a:r>
              <a:rPr dirty="0" spc="-70">
                <a:solidFill>
                  <a:srgbClr val="1E2760"/>
                </a:solidFill>
                <a:latin typeface="Times New Roman"/>
                <a:cs typeface="Times New Roman"/>
              </a:rPr>
              <a:t> </a:t>
            </a:r>
            <a:r>
              <a:rPr dirty="0" spc="-10">
                <a:solidFill>
                  <a:srgbClr val="1E2760"/>
                </a:solidFill>
                <a:latin typeface="Times New Roman"/>
                <a:cs typeface="Times New Roman"/>
              </a:rPr>
              <a:t>Outputs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65759" y="914400"/>
            <a:ext cx="4023360" cy="1737360"/>
          </a:xfrm>
          <a:custGeom>
            <a:avLst/>
            <a:gdLst/>
            <a:ahLst/>
            <a:cxnLst/>
            <a:rect l="l" t="t" r="r" b="b"/>
            <a:pathLst>
              <a:path w="4023360" h="1737360">
                <a:moveTo>
                  <a:pt x="4023360" y="0"/>
                </a:moveTo>
                <a:lnTo>
                  <a:pt x="0" y="0"/>
                </a:lnTo>
                <a:lnTo>
                  <a:pt x="0" y="1737360"/>
                </a:lnTo>
                <a:lnTo>
                  <a:pt x="4023360" y="1737360"/>
                </a:lnTo>
                <a:lnTo>
                  <a:pt x="4023360" y="0"/>
                </a:lnTo>
                <a:close/>
              </a:path>
            </a:pathLst>
          </a:custGeom>
          <a:solidFill>
            <a:srgbClr val="1E27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65759" y="914400"/>
            <a:ext cx="4023360" cy="1737360"/>
          </a:xfrm>
          <a:prstGeom prst="rect">
            <a:avLst/>
          </a:prstGeom>
          <a:ln w="10159">
            <a:solidFill>
              <a:srgbClr val="C9DCF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2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dirty="0" sz="1200" b="1">
                <a:solidFill>
                  <a:srgbClr val="C9DCFB"/>
                </a:solidFill>
                <a:latin typeface="Calibri"/>
                <a:cs typeface="Calibri"/>
              </a:rPr>
              <a:t>SQL</a:t>
            </a:r>
            <a:r>
              <a:rPr dirty="0" sz="1200" spc="-20" b="1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C9DCFB"/>
                </a:solidFill>
                <a:latin typeface="Calibri"/>
                <a:cs typeface="Calibri"/>
              </a:rPr>
              <a:t>TABLE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754879" y="914400"/>
            <a:ext cx="4023360" cy="1737360"/>
          </a:xfrm>
          <a:custGeom>
            <a:avLst/>
            <a:gdLst/>
            <a:ahLst/>
            <a:cxnLst/>
            <a:rect l="l" t="t" r="r" b="b"/>
            <a:pathLst>
              <a:path w="4023359" h="1737360">
                <a:moveTo>
                  <a:pt x="4023360" y="0"/>
                </a:moveTo>
                <a:lnTo>
                  <a:pt x="0" y="0"/>
                </a:lnTo>
                <a:lnTo>
                  <a:pt x="0" y="1737360"/>
                </a:lnTo>
                <a:lnTo>
                  <a:pt x="4023360" y="1737360"/>
                </a:lnTo>
                <a:lnTo>
                  <a:pt x="4023360" y="0"/>
                </a:lnTo>
                <a:close/>
              </a:path>
            </a:pathLst>
          </a:custGeom>
          <a:solidFill>
            <a:srgbClr val="1E27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754879" y="914400"/>
            <a:ext cx="4023360" cy="1737360"/>
          </a:xfrm>
          <a:prstGeom prst="rect">
            <a:avLst/>
          </a:prstGeom>
          <a:ln w="10159">
            <a:solidFill>
              <a:srgbClr val="C9DCF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2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</a:pPr>
            <a:r>
              <a:rPr dirty="0" sz="1200" b="1">
                <a:solidFill>
                  <a:srgbClr val="C9DCFB"/>
                </a:solidFill>
                <a:latin typeface="Calibri"/>
                <a:cs typeface="Calibri"/>
              </a:rPr>
              <a:t>Run</a:t>
            </a:r>
            <a:r>
              <a:rPr dirty="0" sz="1200" spc="-10" b="1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C9DCFB"/>
                </a:solidFill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65759" y="2834639"/>
            <a:ext cx="4023360" cy="1737360"/>
          </a:xfrm>
          <a:custGeom>
            <a:avLst/>
            <a:gdLst/>
            <a:ahLst/>
            <a:cxnLst/>
            <a:rect l="l" t="t" r="r" b="b"/>
            <a:pathLst>
              <a:path w="4023360" h="1737360">
                <a:moveTo>
                  <a:pt x="4023360" y="0"/>
                </a:moveTo>
                <a:lnTo>
                  <a:pt x="0" y="0"/>
                </a:lnTo>
                <a:lnTo>
                  <a:pt x="0" y="1737360"/>
                </a:lnTo>
                <a:lnTo>
                  <a:pt x="4023360" y="1737360"/>
                </a:lnTo>
                <a:lnTo>
                  <a:pt x="4023360" y="0"/>
                </a:lnTo>
                <a:close/>
              </a:path>
            </a:pathLst>
          </a:custGeom>
          <a:solidFill>
            <a:srgbClr val="1E27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65759" y="2834639"/>
            <a:ext cx="4023360" cy="1737360"/>
          </a:xfrm>
          <a:prstGeom prst="rect">
            <a:avLst/>
          </a:prstGeom>
          <a:ln w="10159">
            <a:solidFill>
              <a:srgbClr val="C9DCF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2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dirty="0" sz="1200" spc="-10" b="1">
                <a:solidFill>
                  <a:srgbClr val="C9DCFB"/>
                </a:solidFill>
                <a:latin typeface="Calibri"/>
                <a:cs typeface="Calibri"/>
              </a:rPr>
              <a:t>Results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754879" y="2834639"/>
            <a:ext cx="4023360" cy="1737360"/>
          </a:xfrm>
          <a:custGeom>
            <a:avLst/>
            <a:gdLst/>
            <a:ahLst/>
            <a:cxnLst/>
            <a:rect l="l" t="t" r="r" b="b"/>
            <a:pathLst>
              <a:path w="4023359" h="1737360">
                <a:moveTo>
                  <a:pt x="4023360" y="0"/>
                </a:moveTo>
                <a:lnTo>
                  <a:pt x="0" y="0"/>
                </a:lnTo>
                <a:lnTo>
                  <a:pt x="0" y="1737360"/>
                </a:lnTo>
                <a:lnTo>
                  <a:pt x="4023360" y="1737360"/>
                </a:lnTo>
                <a:lnTo>
                  <a:pt x="4023360" y="0"/>
                </a:lnTo>
                <a:close/>
              </a:path>
            </a:pathLst>
          </a:custGeom>
          <a:solidFill>
            <a:srgbClr val="1E27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754879" y="2834639"/>
            <a:ext cx="4023360" cy="1737360"/>
          </a:xfrm>
          <a:prstGeom prst="rect">
            <a:avLst/>
          </a:prstGeom>
          <a:ln w="10159">
            <a:solidFill>
              <a:srgbClr val="C9DCF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2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</a:pPr>
            <a:r>
              <a:rPr dirty="0" sz="1200" spc="-10" b="1">
                <a:solidFill>
                  <a:srgbClr val="C9DCFB"/>
                </a:solidFill>
                <a:latin typeface="Calibri"/>
                <a:cs typeface="Calibri"/>
              </a:rPr>
              <a:t>Summary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6161" y="1100074"/>
            <a:ext cx="3001517" cy="138709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1567" y="934719"/>
            <a:ext cx="2745232" cy="166217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7388" y="2880486"/>
            <a:ext cx="2681732" cy="1691513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9979" y="3010420"/>
            <a:ext cx="3693287" cy="834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E2760"/>
                </a:solidFill>
              </a:rPr>
              <a:t>Key</a:t>
            </a:r>
            <a:r>
              <a:rPr dirty="0" spc="-120">
                <a:solidFill>
                  <a:srgbClr val="1E2760"/>
                </a:solidFill>
              </a:rPr>
              <a:t> </a:t>
            </a:r>
            <a:r>
              <a:rPr dirty="0" spc="-30">
                <a:solidFill>
                  <a:srgbClr val="1E2760"/>
                </a:solidFill>
              </a:rPr>
              <a:t>Technical</a:t>
            </a:r>
            <a:r>
              <a:rPr dirty="0" spc="-120">
                <a:solidFill>
                  <a:srgbClr val="1E2760"/>
                </a:solidFill>
              </a:rPr>
              <a:t> </a:t>
            </a:r>
            <a:r>
              <a:rPr dirty="0" spc="-10">
                <a:solidFill>
                  <a:srgbClr val="1E2760"/>
                </a:solidFill>
              </a:rPr>
              <a:t>Outcomes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50850" y="1237233"/>
            <a:ext cx="3670300" cy="40640"/>
            <a:chOff x="450850" y="1237233"/>
            <a:chExt cx="3670300" cy="4064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243583"/>
              <a:ext cx="3657600" cy="27940"/>
            </a:xfrm>
            <a:custGeom>
              <a:avLst/>
              <a:gdLst/>
              <a:ahLst/>
              <a:cxnLst/>
              <a:rect l="l" t="t" r="r" b="b"/>
              <a:pathLst>
                <a:path w="3657600" h="27940">
                  <a:moveTo>
                    <a:pt x="365760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3657600" y="27432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499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57200" y="1243583"/>
              <a:ext cx="3657600" cy="27940"/>
            </a:xfrm>
            <a:custGeom>
              <a:avLst/>
              <a:gdLst/>
              <a:ahLst/>
              <a:cxnLst/>
              <a:rect l="l" t="t" r="r" b="b"/>
              <a:pathLst>
                <a:path w="3657600" h="27940">
                  <a:moveTo>
                    <a:pt x="0" y="27432"/>
                  </a:moveTo>
                  <a:lnTo>
                    <a:pt x="3657600" y="27432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27432"/>
                  </a:lnTo>
                  <a:close/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35940" y="949197"/>
            <a:ext cx="3041650" cy="1880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E2760"/>
                </a:solidFill>
                <a:latin typeface="Calibri"/>
                <a:cs typeface="Calibri"/>
              </a:rPr>
              <a:t>Achievements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Fully</a:t>
            </a:r>
            <a:r>
              <a:rPr dirty="0" sz="13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modular</a:t>
            </a:r>
            <a:r>
              <a:rPr dirty="0" sz="13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25">
                <a:solidFill>
                  <a:srgbClr val="1A1A2D"/>
                </a:solidFill>
                <a:latin typeface="Times New Roman"/>
                <a:cs typeface="Times New Roman"/>
              </a:rPr>
              <a:t>4-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component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architecture</a:t>
            </a:r>
            <a:endParaRPr sz="1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har char="•"/>
              <a:tabLst>
                <a:tab pos="354965" algn="l"/>
              </a:tabLst>
            </a:pP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RESTful</a:t>
            </a:r>
            <a:r>
              <a:rPr dirty="0" sz="1300" spc="-6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APIs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for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all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major</a:t>
            </a:r>
            <a:r>
              <a:rPr dirty="0" sz="1300" spc="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operations</a:t>
            </a:r>
            <a:endParaRPr sz="1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har char="•"/>
              <a:tabLst>
                <a:tab pos="354965" algn="l"/>
              </a:tabLst>
            </a:pP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Real-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time</a:t>
            </a:r>
            <a:r>
              <a:rPr dirty="0" sz="1300" spc="-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parallel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test</a:t>
            </a:r>
            <a:r>
              <a:rPr dirty="0" sz="13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execution</a:t>
            </a:r>
            <a:endParaRPr sz="1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har char="•"/>
              <a:tabLst>
                <a:tab pos="354965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Automated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failure</a:t>
            </a:r>
            <a:r>
              <a:rPr dirty="0" sz="13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detection</a:t>
            </a:r>
            <a:r>
              <a:rPr dirty="0" sz="13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dirty="0" sz="13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logging</a:t>
            </a:r>
            <a:endParaRPr sz="1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har char="•"/>
              <a:tabLst>
                <a:tab pos="354965" algn="l"/>
              </a:tabLst>
            </a:pP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End-to-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end test</a:t>
            </a:r>
            <a:r>
              <a:rPr dirty="0" sz="13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coverage</a:t>
            </a:r>
            <a:r>
              <a:rPr dirty="0" sz="13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validated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748529" y="1237233"/>
            <a:ext cx="3670300" cy="40640"/>
            <a:chOff x="4748529" y="1237233"/>
            <a:chExt cx="3670300" cy="40640"/>
          </a:xfrm>
        </p:grpSpPr>
        <p:sp>
          <p:nvSpPr>
            <p:cNvPr id="8" name="object 8" descr=""/>
            <p:cNvSpPr/>
            <p:nvPr/>
          </p:nvSpPr>
          <p:spPr>
            <a:xfrm>
              <a:off x="4754879" y="1243583"/>
              <a:ext cx="3657600" cy="27940"/>
            </a:xfrm>
            <a:custGeom>
              <a:avLst/>
              <a:gdLst/>
              <a:ahLst/>
              <a:cxnLst/>
              <a:rect l="l" t="t" r="r" b="b"/>
              <a:pathLst>
                <a:path w="3657600" h="27940">
                  <a:moveTo>
                    <a:pt x="3657600" y="0"/>
                  </a:moveTo>
                  <a:lnTo>
                    <a:pt x="0" y="0"/>
                  </a:lnTo>
                  <a:lnTo>
                    <a:pt x="0" y="27432"/>
                  </a:lnTo>
                  <a:lnTo>
                    <a:pt x="3657600" y="27432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499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54879" y="1243583"/>
              <a:ext cx="3657600" cy="27940"/>
            </a:xfrm>
            <a:custGeom>
              <a:avLst/>
              <a:gdLst/>
              <a:ahLst/>
              <a:cxnLst/>
              <a:rect l="l" t="t" r="r" b="b"/>
              <a:pathLst>
                <a:path w="3657600" h="27940">
                  <a:moveTo>
                    <a:pt x="0" y="27432"/>
                  </a:moveTo>
                  <a:lnTo>
                    <a:pt x="3657600" y="27432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27432"/>
                  </a:lnTo>
                  <a:close/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834254" y="949197"/>
            <a:ext cx="2974975" cy="1880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E2760"/>
                </a:solidFill>
                <a:latin typeface="Calibri"/>
                <a:cs typeface="Calibri"/>
              </a:rPr>
              <a:t>Skills</a:t>
            </a:r>
            <a:r>
              <a:rPr dirty="0" sz="1500" spc="-15" b="1">
                <a:solidFill>
                  <a:srgbClr val="1E2760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1E2760"/>
                </a:solidFill>
                <a:latin typeface="Calibri"/>
                <a:cs typeface="Calibri"/>
              </a:rPr>
              <a:t>Demonstrated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Java</a:t>
            </a:r>
            <a:r>
              <a:rPr dirty="0" sz="1300" spc="-2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OOP</a:t>
            </a:r>
            <a:r>
              <a:rPr dirty="0" sz="1300" spc="-7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dirty="0" sz="13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design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patterns</a:t>
            </a: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Spring</a:t>
            </a:r>
            <a:r>
              <a:rPr dirty="0" sz="13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Boot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 REST</a:t>
            </a:r>
            <a:r>
              <a:rPr dirty="0" sz="1300" spc="-8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API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development</a:t>
            </a: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Selenium</a:t>
            </a:r>
            <a:r>
              <a:rPr dirty="0" sz="1300" spc="-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40">
                <a:solidFill>
                  <a:srgbClr val="1A1A2D"/>
                </a:solidFill>
                <a:latin typeface="Times New Roman"/>
                <a:cs typeface="Times New Roman"/>
              </a:rPr>
              <a:t>REST-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Assured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 integration</a:t>
            </a: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</a:tabLst>
            </a:pP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JDBC</a:t>
            </a:r>
            <a:r>
              <a:rPr dirty="0" sz="13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data</a:t>
            </a:r>
            <a:r>
              <a:rPr dirty="0" sz="1300" spc="-4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modeling</a:t>
            </a:r>
            <a:r>
              <a:rPr dirty="0" sz="1300" spc="-2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&amp;</a:t>
            </a:r>
            <a:r>
              <a:rPr dirty="0" sz="1300" spc="-30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persistence</a:t>
            </a: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</a:tabLst>
            </a:pP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Multithreading</a:t>
            </a:r>
            <a:r>
              <a:rPr dirty="0" sz="1300" spc="15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A1A2D"/>
                </a:solidFill>
                <a:latin typeface="Times New Roman"/>
                <a:cs typeface="Times New Roman"/>
              </a:rPr>
              <a:t>&amp; </a:t>
            </a:r>
            <a:r>
              <a:rPr dirty="0" sz="1300" spc="-10">
                <a:solidFill>
                  <a:srgbClr val="1A1A2D"/>
                </a:solidFill>
                <a:latin typeface="Times New Roman"/>
                <a:cs typeface="Times New Roman"/>
              </a:rPr>
              <a:t>scheduling concepts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E27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6350" y="2736850"/>
            <a:ext cx="3213100" cy="2413000"/>
            <a:chOff x="-6350" y="2736850"/>
            <a:chExt cx="3213100" cy="2413000"/>
          </a:xfrm>
        </p:grpSpPr>
        <p:sp>
          <p:nvSpPr>
            <p:cNvPr id="4" name="object 4" descr=""/>
            <p:cNvSpPr/>
            <p:nvPr/>
          </p:nvSpPr>
          <p:spPr>
            <a:xfrm>
              <a:off x="0" y="2743200"/>
              <a:ext cx="3200400" cy="2400300"/>
            </a:xfrm>
            <a:custGeom>
              <a:avLst/>
              <a:gdLst/>
              <a:ahLst/>
              <a:cxnLst/>
              <a:rect l="l" t="t" r="r" b="b"/>
              <a:pathLst>
                <a:path w="3200400" h="2400300">
                  <a:moveTo>
                    <a:pt x="914400" y="0"/>
                  </a:moveTo>
                  <a:lnTo>
                    <a:pt x="865961" y="503"/>
                  </a:lnTo>
                  <a:lnTo>
                    <a:pt x="817767" y="2005"/>
                  </a:lnTo>
                  <a:lnTo>
                    <a:pt x="769830" y="4497"/>
                  </a:lnTo>
                  <a:lnTo>
                    <a:pt x="722157" y="7969"/>
                  </a:lnTo>
                  <a:lnTo>
                    <a:pt x="674761" y="12410"/>
                  </a:lnTo>
                  <a:lnTo>
                    <a:pt x="627649" y="17811"/>
                  </a:lnTo>
                  <a:lnTo>
                    <a:pt x="580833" y="24162"/>
                  </a:lnTo>
                  <a:lnTo>
                    <a:pt x="534322" y="31453"/>
                  </a:lnTo>
                  <a:lnTo>
                    <a:pt x="488126" y="39674"/>
                  </a:lnTo>
                  <a:lnTo>
                    <a:pt x="442255" y="48815"/>
                  </a:lnTo>
                  <a:lnTo>
                    <a:pt x="396719" y="58866"/>
                  </a:lnTo>
                  <a:lnTo>
                    <a:pt x="351528" y="69817"/>
                  </a:lnTo>
                  <a:lnTo>
                    <a:pt x="306691" y="81659"/>
                  </a:lnTo>
                  <a:lnTo>
                    <a:pt x="262219" y="94381"/>
                  </a:lnTo>
                  <a:lnTo>
                    <a:pt x="218122" y="107974"/>
                  </a:lnTo>
                  <a:lnTo>
                    <a:pt x="174410" y="122427"/>
                  </a:lnTo>
                  <a:lnTo>
                    <a:pt x="131091" y="137731"/>
                  </a:lnTo>
                  <a:lnTo>
                    <a:pt x="88178" y="153875"/>
                  </a:lnTo>
                  <a:lnTo>
                    <a:pt x="45678" y="170851"/>
                  </a:lnTo>
                  <a:lnTo>
                    <a:pt x="3602" y="188647"/>
                  </a:lnTo>
                  <a:lnTo>
                    <a:pt x="0" y="190257"/>
                  </a:lnTo>
                  <a:lnTo>
                    <a:pt x="0" y="2400300"/>
                  </a:lnTo>
                  <a:lnTo>
                    <a:pt x="3197476" y="2400300"/>
                  </a:lnTo>
                  <a:lnTo>
                    <a:pt x="3198394" y="2382632"/>
                  </a:lnTo>
                  <a:lnTo>
                    <a:pt x="3199896" y="2334438"/>
                  </a:lnTo>
                  <a:lnTo>
                    <a:pt x="3200400" y="2286000"/>
                  </a:lnTo>
                  <a:lnTo>
                    <a:pt x="3199896" y="2237561"/>
                  </a:lnTo>
                  <a:lnTo>
                    <a:pt x="3198394" y="2189368"/>
                  </a:lnTo>
                  <a:lnTo>
                    <a:pt x="3195902" y="2141431"/>
                  </a:lnTo>
                  <a:lnTo>
                    <a:pt x="3192430" y="2093759"/>
                  </a:lnTo>
                  <a:lnTo>
                    <a:pt x="3187989" y="2046363"/>
                  </a:lnTo>
                  <a:lnTo>
                    <a:pt x="3182588" y="1999252"/>
                  </a:lnTo>
                  <a:lnTo>
                    <a:pt x="3176237" y="1952436"/>
                  </a:lnTo>
                  <a:lnTo>
                    <a:pt x="3168946" y="1905925"/>
                  </a:lnTo>
                  <a:lnTo>
                    <a:pt x="3160725" y="1859729"/>
                  </a:lnTo>
                  <a:lnTo>
                    <a:pt x="3151584" y="1813859"/>
                  </a:lnTo>
                  <a:lnTo>
                    <a:pt x="3141533" y="1768323"/>
                  </a:lnTo>
                  <a:lnTo>
                    <a:pt x="3130582" y="1723132"/>
                  </a:lnTo>
                  <a:lnTo>
                    <a:pt x="3118740" y="1678296"/>
                  </a:lnTo>
                  <a:lnTo>
                    <a:pt x="3106018" y="1633824"/>
                  </a:lnTo>
                  <a:lnTo>
                    <a:pt x="3092425" y="1589727"/>
                  </a:lnTo>
                  <a:lnTo>
                    <a:pt x="3077972" y="1546015"/>
                  </a:lnTo>
                  <a:lnTo>
                    <a:pt x="3062668" y="1502696"/>
                  </a:lnTo>
                  <a:lnTo>
                    <a:pt x="3046524" y="1459783"/>
                  </a:lnTo>
                  <a:lnTo>
                    <a:pt x="3029548" y="1417283"/>
                  </a:lnTo>
                  <a:lnTo>
                    <a:pt x="3011752" y="1375208"/>
                  </a:lnTo>
                  <a:lnTo>
                    <a:pt x="2993144" y="1333567"/>
                  </a:lnTo>
                  <a:lnTo>
                    <a:pt x="2973736" y="1292369"/>
                  </a:lnTo>
                  <a:lnTo>
                    <a:pt x="2953536" y="1251626"/>
                  </a:lnTo>
                  <a:lnTo>
                    <a:pt x="2932556" y="1211346"/>
                  </a:lnTo>
                  <a:lnTo>
                    <a:pt x="2910803" y="1171541"/>
                  </a:lnTo>
                  <a:lnTo>
                    <a:pt x="2888290" y="1132219"/>
                  </a:lnTo>
                  <a:lnTo>
                    <a:pt x="2865025" y="1093390"/>
                  </a:lnTo>
                  <a:lnTo>
                    <a:pt x="2841018" y="1055065"/>
                  </a:lnTo>
                  <a:lnTo>
                    <a:pt x="2816280" y="1017254"/>
                  </a:lnTo>
                  <a:lnTo>
                    <a:pt x="2790820" y="979965"/>
                  </a:lnTo>
                  <a:lnTo>
                    <a:pt x="2764648" y="943211"/>
                  </a:lnTo>
                  <a:lnTo>
                    <a:pt x="2737775" y="906999"/>
                  </a:lnTo>
                  <a:lnTo>
                    <a:pt x="2710209" y="871340"/>
                  </a:lnTo>
                  <a:lnTo>
                    <a:pt x="2681962" y="836245"/>
                  </a:lnTo>
                  <a:lnTo>
                    <a:pt x="2653042" y="801722"/>
                  </a:lnTo>
                  <a:lnTo>
                    <a:pt x="2623460" y="767782"/>
                  </a:lnTo>
                  <a:lnTo>
                    <a:pt x="2593225" y="734435"/>
                  </a:lnTo>
                  <a:lnTo>
                    <a:pt x="2562349" y="701691"/>
                  </a:lnTo>
                  <a:lnTo>
                    <a:pt x="2530840" y="669559"/>
                  </a:lnTo>
                  <a:lnTo>
                    <a:pt x="2498708" y="638050"/>
                  </a:lnTo>
                  <a:lnTo>
                    <a:pt x="2465964" y="607174"/>
                  </a:lnTo>
                  <a:lnTo>
                    <a:pt x="2432617" y="576939"/>
                  </a:lnTo>
                  <a:lnTo>
                    <a:pt x="2398677" y="547357"/>
                  </a:lnTo>
                  <a:lnTo>
                    <a:pt x="2364154" y="518437"/>
                  </a:lnTo>
                  <a:lnTo>
                    <a:pt x="2329059" y="490190"/>
                  </a:lnTo>
                  <a:lnTo>
                    <a:pt x="2293400" y="462624"/>
                  </a:lnTo>
                  <a:lnTo>
                    <a:pt x="2257188" y="435751"/>
                  </a:lnTo>
                  <a:lnTo>
                    <a:pt x="2220434" y="409579"/>
                  </a:lnTo>
                  <a:lnTo>
                    <a:pt x="2183145" y="384119"/>
                  </a:lnTo>
                  <a:lnTo>
                    <a:pt x="2145334" y="359381"/>
                  </a:lnTo>
                  <a:lnTo>
                    <a:pt x="2107009" y="335374"/>
                  </a:lnTo>
                  <a:lnTo>
                    <a:pt x="2068180" y="312109"/>
                  </a:lnTo>
                  <a:lnTo>
                    <a:pt x="2028858" y="289596"/>
                  </a:lnTo>
                  <a:lnTo>
                    <a:pt x="1989053" y="267843"/>
                  </a:lnTo>
                  <a:lnTo>
                    <a:pt x="1948773" y="246863"/>
                  </a:lnTo>
                  <a:lnTo>
                    <a:pt x="1908030" y="226663"/>
                  </a:lnTo>
                  <a:lnTo>
                    <a:pt x="1866832" y="207255"/>
                  </a:lnTo>
                  <a:lnTo>
                    <a:pt x="1825191" y="188647"/>
                  </a:lnTo>
                  <a:lnTo>
                    <a:pt x="1783116" y="170851"/>
                  </a:lnTo>
                  <a:lnTo>
                    <a:pt x="1740616" y="153875"/>
                  </a:lnTo>
                  <a:lnTo>
                    <a:pt x="1697703" y="137731"/>
                  </a:lnTo>
                  <a:lnTo>
                    <a:pt x="1654384" y="122427"/>
                  </a:lnTo>
                  <a:lnTo>
                    <a:pt x="1610672" y="107974"/>
                  </a:lnTo>
                  <a:lnTo>
                    <a:pt x="1566575" y="94381"/>
                  </a:lnTo>
                  <a:lnTo>
                    <a:pt x="1522103" y="81659"/>
                  </a:lnTo>
                  <a:lnTo>
                    <a:pt x="1477267" y="69817"/>
                  </a:lnTo>
                  <a:lnTo>
                    <a:pt x="1432076" y="58866"/>
                  </a:lnTo>
                  <a:lnTo>
                    <a:pt x="1386540" y="48815"/>
                  </a:lnTo>
                  <a:lnTo>
                    <a:pt x="1340670" y="39674"/>
                  </a:lnTo>
                  <a:lnTo>
                    <a:pt x="1294474" y="31453"/>
                  </a:lnTo>
                  <a:lnTo>
                    <a:pt x="1247963" y="24162"/>
                  </a:lnTo>
                  <a:lnTo>
                    <a:pt x="1201147" y="17811"/>
                  </a:lnTo>
                  <a:lnTo>
                    <a:pt x="1154036" y="12410"/>
                  </a:lnTo>
                  <a:lnTo>
                    <a:pt x="1106640" y="7969"/>
                  </a:lnTo>
                  <a:lnTo>
                    <a:pt x="1058968" y="4497"/>
                  </a:lnTo>
                  <a:lnTo>
                    <a:pt x="1011031" y="2005"/>
                  </a:lnTo>
                  <a:lnTo>
                    <a:pt x="962838" y="503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4990D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2743200"/>
              <a:ext cx="3200400" cy="2400300"/>
            </a:xfrm>
            <a:custGeom>
              <a:avLst/>
              <a:gdLst/>
              <a:ahLst/>
              <a:cxnLst/>
              <a:rect l="l" t="t" r="r" b="b"/>
              <a:pathLst>
                <a:path w="3200400" h="2400300">
                  <a:moveTo>
                    <a:pt x="0" y="190257"/>
                  </a:moveTo>
                  <a:lnTo>
                    <a:pt x="45678" y="170851"/>
                  </a:lnTo>
                  <a:lnTo>
                    <a:pt x="88178" y="153875"/>
                  </a:lnTo>
                  <a:lnTo>
                    <a:pt x="131091" y="137731"/>
                  </a:lnTo>
                  <a:lnTo>
                    <a:pt x="174410" y="122427"/>
                  </a:lnTo>
                  <a:lnTo>
                    <a:pt x="218122" y="107974"/>
                  </a:lnTo>
                  <a:lnTo>
                    <a:pt x="262219" y="94381"/>
                  </a:lnTo>
                  <a:lnTo>
                    <a:pt x="306691" y="81659"/>
                  </a:lnTo>
                  <a:lnTo>
                    <a:pt x="351528" y="69817"/>
                  </a:lnTo>
                  <a:lnTo>
                    <a:pt x="396719" y="58866"/>
                  </a:lnTo>
                  <a:lnTo>
                    <a:pt x="442255" y="48815"/>
                  </a:lnTo>
                  <a:lnTo>
                    <a:pt x="488126" y="39674"/>
                  </a:lnTo>
                  <a:lnTo>
                    <a:pt x="534322" y="31453"/>
                  </a:lnTo>
                  <a:lnTo>
                    <a:pt x="580833" y="24162"/>
                  </a:lnTo>
                  <a:lnTo>
                    <a:pt x="627649" y="17811"/>
                  </a:lnTo>
                  <a:lnTo>
                    <a:pt x="674761" y="12410"/>
                  </a:lnTo>
                  <a:lnTo>
                    <a:pt x="722157" y="7969"/>
                  </a:lnTo>
                  <a:lnTo>
                    <a:pt x="769830" y="4497"/>
                  </a:lnTo>
                  <a:lnTo>
                    <a:pt x="817767" y="2005"/>
                  </a:lnTo>
                  <a:lnTo>
                    <a:pt x="865961" y="503"/>
                  </a:lnTo>
                  <a:lnTo>
                    <a:pt x="914400" y="0"/>
                  </a:lnTo>
                  <a:lnTo>
                    <a:pt x="962838" y="503"/>
                  </a:lnTo>
                  <a:lnTo>
                    <a:pt x="1011031" y="2005"/>
                  </a:lnTo>
                  <a:lnTo>
                    <a:pt x="1058968" y="4497"/>
                  </a:lnTo>
                  <a:lnTo>
                    <a:pt x="1106640" y="7969"/>
                  </a:lnTo>
                  <a:lnTo>
                    <a:pt x="1154036" y="12410"/>
                  </a:lnTo>
                  <a:lnTo>
                    <a:pt x="1201147" y="17811"/>
                  </a:lnTo>
                  <a:lnTo>
                    <a:pt x="1247963" y="24162"/>
                  </a:lnTo>
                  <a:lnTo>
                    <a:pt x="1294474" y="31453"/>
                  </a:lnTo>
                  <a:lnTo>
                    <a:pt x="1340670" y="39674"/>
                  </a:lnTo>
                  <a:lnTo>
                    <a:pt x="1386540" y="48815"/>
                  </a:lnTo>
                  <a:lnTo>
                    <a:pt x="1432076" y="58866"/>
                  </a:lnTo>
                  <a:lnTo>
                    <a:pt x="1477267" y="69817"/>
                  </a:lnTo>
                  <a:lnTo>
                    <a:pt x="1522103" y="81659"/>
                  </a:lnTo>
                  <a:lnTo>
                    <a:pt x="1566575" y="94381"/>
                  </a:lnTo>
                  <a:lnTo>
                    <a:pt x="1610672" y="107974"/>
                  </a:lnTo>
                  <a:lnTo>
                    <a:pt x="1654384" y="122427"/>
                  </a:lnTo>
                  <a:lnTo>
                    <a:pt x="1697703" y="137731"/>
                  </a:lnTo>
                  <a:lnTo>
                    <a:pt x="1740616" y="153875"/>
                  </a:lnTo>
                  <a:lnTo>
                    <a:pt x="1783116" y="170851"/>
                  </a:lnTo>
                  <a:lnTo>
                    <a:pt x="1825191" y="188647"/>
                  </a:lnTo>
                  <a:lnTo>
                    <a:pt x="1866832" y="207255"/>
                  </a:lnTo>
                  <a:lnTo>
                    <a:pt x="1908030" y="226663"/>
                  </a:lnTo>
                  <a:lnTo>
                    <a:pt x="1948773" y="246863"/>
                  </a:lnTo>
                  <a:lnTo>
                    <a:pt x="1989053" y="267843"/>
                  </a:lnTo>
                  <a:lnTo>
                    <a:pt x="2028858" y="289596"/>
                  </a:lnTo>
                  <a:lnTo>
                    <a:pt x="2068180" y="312109"/>
                  </a:lnTo>
                  <a:lnTo>
                    <a:pt x="2107009" y="335374"/>
                  </a:lnTo>
                  <a:lnTo>
                    <a:pt x="2145334" y="359381"/>
                  </a:lnTo>
                  <a:lnTo>
                    <a:pt x="2183145" y="384119"/>
                  </a:lnTo>
                  <a:lnTo>
                    <a:pt x="2220434" y="409579"/>
                  </a:lnTo>
                  <a:lnTo>
                    <a:pt x="2257188" y="435751"/>
                  </a:lnTo>
                  <a:lnTo>
                    <a:pt x="2293400" y="462624"/>
                  </a:lnTo>
                  <a:lnTo>
                    <a:pt x="2329059" y="490190"/>
                  </a:lnTo>
                  <a:lnTo>
                    <a:pt x="2364154" y="518437"/>
                  </a:lnTo>
                  <a:lnTo>
                    <a:pt x="2398677" y="547357"/>
                  </a:lnTo>
                  <a:lnTo>
                    <a:pt x="2432617" y="576939"/>
                  </a:lnTo>
                  <a:lnTo>
                    <a:pt x="2465964" y="607174"/>
                  </a:lnTo>
                  <a:lnTo>
                    <a:pt x="2498708" y="638050"/>
                  </a:lnTo>
                  <a:lnTo>
                    <a:pt x="2530840" y="669559"/>
                  </a:lnTo>
                  <a:lnTo>
                    <a:pt x="2562349" y="701691"/>
                  </a:lnTo>
                  <a:lnTo>
                    <a:pt x="2593225" y="734435"/>
                  </a:lnTo>
                  <a:lnTo>
                    <a:pt x="2623460" y="767782"/>
                  </a:lnTo>
                  <a:lnTo>
                    <a:pt x="2653042" y="801722"/>
                  </a:lnTo>
                  <a:lnTo>
                    <a:pt x="2681962" y="836245"/>
                  </a:lnTo>
                  <a:lnTo>
                    <a:pt x="2710209" y="871340"/>
                  </a:lnTo>
                  <a:lnTo>
                    <a:pt x="2737775" y="906999"/>
                  </a:lnTo>
                  <a:lnTo>
                    <a:pt x="2764648" y="943211"/>
                  </a:lnTo>
                  <a:lnTo>
                    <a:pt x="2790820" y="979965"/>
                  </a:lnTo>
                  <a:lnTo>
                    <a:pt x="2816280" y="1017254"/>
                  </a:lnTo>
                  <a:lnTo>
                    <a:pt x="2841018" y="1055065"/>
                  </a:lnTo>
                  <a:lnTo>
                    <a:pt x="2865025" y="1093390"/>
                  </a:lnTo>
                  <a:lnTo>
                    <a:pt x="2888290" y="1132219"/>
                  </a:lnTo>
                  <a:lnTo>
                    <a:pt x="2910803" y="1171541"/>
                  </a:lnTo>
                  <a:lnTo>
                    <a:pt x="2932556" y="1211346"/>
                  </a:lnTo>
                  <a:lnTo>
                    <a:pt x="2953536" y="1251626"/>
                  </a:lnTo>
                  <a:lnTo>
                    <a:pt x="2973736" y="1292369"/>
                  </a:lnTo>
                  <a:lnTo>
                    <a:pt x="2993144" y="1333567"/>
                  </a:lnTo>
                  <a:lnTo>
                    <a:pt x="3011752" y="1375208"/>
                  </a:lnTo>
                  <a:lnTo>
                    <a:pt x="3029548" y="1417283"/>
                  </a:lnTo>
                  <a:lnTo>
                    <a:pt x="3046524" y="1459783"/>
                  </a:lnTo>
                  <a:lnTo>
                    <a:pt x="3062668" y="1502696"/>
                  </a:lnTo>
                  <a:lnTo>
                    <a:pt x="3077972" y="1546015"/>
                  </a:lnTo>
                  <a:lnTo>
                    <a:pt x="3092425" y="1589727"/>
                  </a:lnTo>
                  <a:lnTo>
                    <a:pt x="3106018" y="1633824"/>
                  </a:lnTo>
                  <a:lnTo>
                    <a:pt x="3118740" y="1678296"/>
                  </a:lnTo>
                  <a:lnTo>
                    <a:pt x="3130582" y="1723132"/>
                  </a:lnTo>
                  <a:lnTo>
                    <a:pt x="3141533" y="1768323"/>
                  </a:lnTo>
                  <a:lnTo>
                    <a:pt x="3151584" y="1813859"/>
                  </a:lnTo>
                  <a:lnTo>
                    <a:pt x="3160725" y="1859729"/>
                  </a:lnTo>
                  <a:lnTo>
                    <a:pt x="3168946" y="1905925"/>
                  </a:lnTo>
                  <a:lnTo>
                    <a:pt x="3176237" y="1952436"/>
                  </a:lnTo>
                  <a:lnTo>
                    <a:pt x="3182588" y="1999252"/>
                  </a:lnTo>
                  <a:lnTo>
                    <a:pt x="3187989" y="2046363"/>
                  </a:lnTo>
                  <a:lnTo>
                    <a:pt x="3192430" y="2093759"/>
                  </a:lnTo>
                  <a:lnTo>
                    <a:pt x="3195902" y="2141431"/>
                  </a:lnTo>
                  <a:lnTo>
                    <a:pt x="3198394" y="2189368"/>
                  </a:lnTo>
                  <a:lnTo>
                    <a:pt x="3199896" y="2237561"/>
                  </a:lnTo>
                  <a:lnTo>
                    <a:pt x="3200400" y="2286000"/>
                  </a:lnTo>
                  <a:lnTo>
                    <a:pt x="3199896" y="2334438"/>
                  </a:lnTo>
                  <a:lnTo>
                    <a:pt x="3198394" y="2382632"/>
                  </a:lnTo>
                  <a:lnTo>
                    <a:pt x="3197476" y="2400300"/>
                  </a:lnTo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7308850" y="-6350"/>
            <a:ext cx="1841500" cy="2755900"/>
            <a:chOff x="7308850" y="-6350"/>
            <a:chExt cx="1841500" cy="2755900"/>
          </a:xfrm>
        </p:grpSpPr>
        <p:sp>
          <p:nvSpPr>
            <p:cNvPr id="7" name="object 7" descr=""/>
            <p:cNvSpPr/>
            <p:nvPr/>
          </p:nvSpPr>
          <p:spPr>
            <a:xfrm>
              <a:off x="7315200" y="0"/>
              <a:ext cx="1828800" cy="2743200"/>
            </a:xfrm>
            <a:custGeom>
              <a:avLst/>
              <a:gdLst/>
              <a:ahLst/>
              <a:cxnLst/>
              <a:rect l="l" t="t" r="r" b="b"/>
              <a:pathLst>
                <a:path w="1828800" h="2743200">
                  <a:moveTo>
                    <a:pt x="1828800" y="0"/>
                  </a:moveTo>
                  <a:lnTo>
                    <a:pt x="244764" y="0"/>
                  </a:lnTo>
                  <a:lnTo>
                    <a:pt x="227472" y="30368"/>
                  </a:lnTo>
                  <a:lnTo>
                    <a:pt x="206200" y="69964"/>
                  </a:lnTo>
                  <a:lnTo>
                    <a:pt x="185879" y="110134"/>
                  </a:lnTo>
                  <a:lnTo>
                    <a:pt x="166524" y="150865"/>
                  </a:lnTo>
                  <a:lnTo>
                    <a:pt x="148152" y="192140"/>
                  </a:lnTo>
                  <a:lnTo>
                    <a:pt x="130776" y="233946"/>
                  </a:lnTo>
                  <a:lnTo>
                    <a:pt x="114412" y="276267"/>
                  </a:lnTo>
                  <a:lnTo>
                    <a:pt x="99076" y="319088"/>
                  </a:lnTo>
                  <a:lnTo>
                    <a:pt x="84781" y="362393"/>
                  </a:lnTo>
                  <a:lnTo>
                    <a:pt x="71543" y="406168"/>
                  </a:lnTo>
                  <a:lnTo>
                    <a:pt x="59377" y="450399"/>
                  </a:lnTo>
                  <a:lnTo>
                    <a:pt x="48299" y="495068"/>
                  </a:lnTo>
                  <a:lnTo>
                    <a:pt x="38322" y="540163"/>
                  </a:lnTo>
                  <a:lnTo>
                    <a:pt x="29463" y="585667"/>
                  </a:lnTo>
                  <a:lnTo>
                    <a:pt x="21737" y="631566"/>
                  </a:lnTo>
                  <a:lnTo>
                    <a:pt x="15158" y="677844"/>
                  </a:lnTo>
                  <a:lnTo>
                    <a:pt x="9741" y="724486"/>
                  </a:lnTo>
                  <a:lnTo>
                    <a:pt x="5502" y="771478"/>
                  </a:lnTo>
                  <a:lnTo>
                    <a:pt x="2455" y="818804"/>
                  </a:lnTo>
                  <a:lnTo>
                    <a:pt x="616" y="866450"/>
                  </a:lnTo>
                  <a:lnTo>
                    <a:pt x="0" y="914400"/>
                  </a:lnTo>
                  <a:lnTo>
                    <a:pt x="616" y="962349"/>
                  </a:lnTo>
                  <a:lnTo>
                    <a:pt x="2455" y="1009995"/>
                  </a:lnTo>
                  <a:lnTo>
                    <a:pt x="5502" y="1057321"/>
                  </a:lnTo>
                  <a:lnTo>
                    <a:pt x="9741" y="1104313"/>
                  </a:lnTo>
                  <a:lnTo>
                    <a:pt x="15158" y="1150955"/>
                  </a:lnTo>
                  <a:lnTo>
                    <a:pt x="21737" y="1197233"/>
                  </a:lnTo>
                  <a:lnTo>
                    <a:pt x="29464" y="1243132"/>
                  </a:lnTo>
                  <a:lnTo>
                    <a:pt x="38322" y="1288636"/>
                  </a:lnTo>
                  <a:lnTo>
                    <a:pt x="48299" y="1333731"/>
                  </a:lnTo>
                  <a:lnTo>
                    <a:pt x="59377" y="1378400"/>
                  </a:lnTo>
                  <a:lnTo>
                    <a:pt x="71543" y="1422631"/>
                  </a:lnTo>
                  <a:lnTo>
                    <a:pt x="84781" y="1466406"/>
                  </a:lnTo>
                  <a:lnTo>
                    <a:pt x="99076" y="1509711"/>
                  </a:lnTo>
                  <a:lnTo>
                    <a:pt x="114412" y="1552532"/>
                  </a:lnTo>
                  <a:lnTo>
                    <a:pt x="130776" y="1594853"/>
                  </a:lnTo>
                  <a:lnTo>
                    <a:pt x="148152" y="1636659"/>
                  </a:lnTo>
                  <a:lnTo>
                    <a:pt x="166524" y="1677934"/>
                  </a:lnTo>
                  <a:lnTo>
                    <a:pt x="185879" y="1718665"/>
                  </a:lnTo>
                  <a:lnTo>
                    <a:pt x="206200" y="1758835"/>
                  </a:lnTo>
                  <a:lnTo>
                    <a:pt x="227472" y="1798431"/>
                  </a:lnTo>
                  <a:lnTo>
                    <a:pt x="249681" y="1837436"/>
                  </a:lnTo>
                  <a:lnTo>
                    <a:pt x="272812" y="1875835"/>
                  </a:lnTo>
                  <a:lnTo>
                    <a:pt x="296850" y="1913614"/>
                  </a:lnTo>
                  <a:lnTo>
                    <a:pt x="321778" y="1950758"/>
                  </a:lnTo>
                  <a:lnTo>
                    <a:pt x="347583" y="1987251"/>
                  </a:lnTo>
                  <a:lnTo>
                    <a:pt x="374250" y="2023079"/>
                  </a:lnTo>
                  <a:lnTo>
                    <a:pt x="401762" y="2058226"/>
                  </a:lnTo>
                  <a:lnTo>
                    <a:pt x="430106" y="2092677"/>
                  </a:lnTo>
                  <a:lnTo>
                    <a:pt x="459266" y="2126418"/>
                  </a:lnTo>
                  <a:lnTo>
                    <a:pt x="489227" y="2159433"/>
                  </a:lnTo>
                  <a:lnTo>
                    <a:pt x="519974" y="2191707"/>
                  </a:lnTo>
                  <a:lnTo>
                    <a:pt x="551492" y="2223225"/>
                  </a:lnTo>
                  <a:lnTo>
                    <a:pt x="583766" y="2253972"/>
                  </a:lnTo>
                  <a:lnTo>
                    <a:pt x="616781" y="2283933"/>
                  </a:lnTo>
                  <a:lnTo>
                    <a:pt x="650522" y="2313093"/>
                  </a:lnTo>
                  <a:lnTo>
                    <a:pt x="684973" y="2341437"/>
                  </a:lnTo>
                  <a:lnTo>
                    <a:pt x="720120" y="2368949"/>
                  </a:lnTo>
                  <a:lnTo>
                    <a:pt x="755948" y="2395616"/>
                  </a:lnTo>
                  <a:lnTo>
                    <a:pt x="792441" y="2421421"/>
                  </a:lnTo>
                  <a:lnTo>
                    <a:pt x="829585" y="2446349"/>
                  </a:lnTo>
                  <a:lnTo>
                    <a:pt x="867364" y="2470387"/>
                  </a:lnTo>
                  <a:lnTo>
                    <a:pt x="905763" y="2493518"/>
                  </a:lnTo>
                  <a:lnTo>
                    <a:pt x="944768" y="2515727"/>
                  </a:lnTo>
                  <a:lnTo>
                    <a:pt x="984364" y="2536999"/>
                  </a:lnTo>
                  <a:lnTo>
                    <a:pt x="1024534" y="2557320"/>
                  </a:lnTo>
                  <a:lnTo>
                    <a:pt x="1065265" y="2576675"/>
                  </a:lnTo>
                  <a:lnTo>
                    <a:pt x="1106540" y="2595047"/>
                  </a:lnTo>
                  <a:lnTo>
                    <a:pt x="1148346" y="2612423"/>
                  </a:lnTo>
                  <a:lnTo>
                    <a:pt x="1190667" y="2628787"/>
                  </a:lnTo>
                  <a:lnTo>
                    <a:pt x="1233488" y="2644123"/>
                  </a:lnTo>
                  <a:lnTo>
                    <a:pt x="1276793" y="2658418"/>
                  </a:lnTo>
                  <a:lnTo>
                    <a:pt x="1320568" y="2671656"/>
                  </a:lnTo>
                  <a:lnTo>
                    <a:pt x="1364799" y="2683822"/>
                  </a:lnTo>
                  <a:lnTo>
                    <a:pt x="1409468" y="2694900"/>
                  </a:lnTo>
                  <a:lnTo>
                    <a:pt x="1454563" y="2704877"/>
                  </a:lnTo>
                  <a:lnTo>
                    <a:pt x="1500067" y="2713736"/>
                  </a:lnTo>
                  <a:lnTo>
                    <a:pt x="1545966" y="2721462"/>
                  </a:lnTo>
                  <a:lnTo>
                    <a:pt x="1592244" y="2728041"/>
                  </a:lnTo>
                  <a:lnTo>
                    <a:pt x="1638886" y="2733458"/>
                  </a:lnTo>
                  <a:lnTo>
                    <a:pt x="1685878" y="2737697"/>
                  </a:lnTo>
                  <a:lnTo>
                    <a:pt x="1733204" y="2740744"/>
                  </a:lnTo>
                  <a:lnTo>
                    <a:pt x="1780850" y="2742583"/>
                  </a:lnTo>
                  <a:lnTo>
                    <a:pt x="1828800" y="27432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C9DCF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315200" y="0"/>
              <a:ext cx="1828800" cy="2743200"/>
            </a:xfrm>
            <a:custGeom>
              <a:avLst/>
              <a:gdLst/>
              <a:ahLst/>
              <a:cxnLst/>
              <a:rect l="l" t="t" r="r" b="b"/>
              <a:pathLst>
                <a:path w="1828800" h="2743200">
                  <a:moveTo>
                    <a:pt x="1828800" y="2743200"/>
                  </a:moveTo>
                  <a:lnTo>
                    <a:pt x="1780850" y="2742583"/>
                  </a:lnTo>
                  <a:lnTo>
                    <a:pt x="1733204" y="2740744"/>
                  </a:lnTo>
                  <a:lnTo>
                    <a:pt x="1685878" y="2737697"/>
                  </a:lnTo>
                  <a:lnTo>
                    <a:pt x="1638886" y="2733458"/>
                  </a:lnTo>
                  <a:lnTo>
                    <a:pt x="1592244" y="2728041"/>
                  </a:lnTo>
                  <a:lnTo>
                    <a:pt x="1545966" y="2721462"/>
                  </a:lnTo>
                  <a:lnTo>
                    <a:pt x="1500067" y="2713736"/>
                  </a:lnTo>
                  <a:lnTo>
                    <a:pt x="1454563" y="2704877"/>
                  </a:lnTo>
                  <a:lnTo>
                    <a:pt x="1409468" y="2694900"/>
                  </a:lnTo>
                  <a:lnTo>
                    <a:pt x="1364799" y="2683822"/>
                  </a:lnTo>
                  <a:lnTo>
                    <a:pt x="1320568" y="2671656"/>
                  </a:lnTo>
                  <a:lnTo>
                    <a:pt x="1276793" y="2658418"/>
                  </a:lnTo>
                  <a:lnTo>
                    <a:pt x="1233488" y="2644123"/>
                  </a:lnTo>
                  <a:lnTo>
                    <a:pt x="1190667" y="2628787"/>
                  </a:lnTo>
                  <a:lnTo>
                    <a:pt x="1148346" y="2612423"/>
                  </a:lnTo>
                  <a:lnTo>
                    <a:pt x="1106540" y="2595047"/>
                  </a:lnTo>
                  <a:lnTo>
                    <a:pt x="1065265" y="2576675"/>
                  </a:lnTo>
                  <a:lnTo>
                    <a:pt x="1024534" y="2557320"/>
                  </a:lnTo>
                  <a:lnTo>
                    <a:pt x="984364" y="2536999"/>
                  </a:lnTo>
                  <a:lnTo>
                    <a:pt x="944768" y="2515727"/>
                  </a:lnTo>
                  <a:lnTo>
                    <a:pt x="905763" y="2493518"/>
                  </a:lnTo>
                  <a:lnTo>
                    <a:pt x="867364" y="2470387"/>
                  </a:lnTo>
                  <a:lnTo>
                    <a:pt x="829585" y="2446349"/>
                  </a:lnTo>
                  <a:lnTo>
                    <a:pt x="792441" y="2421421"/>
                  </a:lnTo>
                  <a:lnTo>
                    <a:pt x="755948" y="2395616"/>
                  </a:lnTo>
                  <a:lnTo>
                    <a:pt x="720120" y="2368949"/>
                  </a:lnTo>
                  <a:lnTo>
                    <a:pt x="684973" y="2341437"/>
                  </a:lnTo>
                  <a:lnTo>
                    <a:pt x="650522" y="2313093"/>
                  </a:lnTo>
                  <a:lnTo>
                    <a:pt x="616781" y="2283933"/>
                  </a:lnTo>
                  <a:lnTo>
                    <a:pt x="583766" y="2253972"/>
                  </a:lnTo>
                  <a:lnTo>
                    <a:pt x="551492" y="2223225"/>
                  </a:lnTo>
                  <a:lnTo>
                    <a:pt x="519974" y="2191707"/>
                  </a:lnTo>
                  <a:lnTo>
                    <a:pt x="489227" y="2159433"/>
                  </a:lnTo>
                  <a:lnTo>
                    <a:pt x="459266" y="2126418"/>
                  </a:lnTo>
                  <a:lnTo>
                    <a:pt x="430106" y="2092677"/>
                  </a:lnTo>
                  <a:lnTo>
                    <a:pt x="401762" y="2058226"/>
                  </a:lnTo>
                  <a:lnTo>
                    <a:pt x="374250" y="2023079"/>
                  </a:lnTo>
                  <a:lnTo>
                    <a:pt x="347583" y="1987251"/>
                  </a:lnTo>
                  <a:lnTo>
                    <a:pt x="321778" y="1950758"/>
                  </a:lnTo>
                  <a:lnTo>
                    <a:pt x="296850" y="1913614"/>
                  </a:lnTo>
                  <a:lnTo>
                    <a:pt x="272812" y="1875835"/>
                  </a:lnTo>
                  <a:lnTo>
                    <a:pt x="249681" y="1837436"/>
                  </a:lnTo>
                  <a:lnTo>
                    <a:pt x="227472" y="1798431"/>
                  </a:lnTo>
                  <a:lnTo>
                    <a:pt x="206200" y="1758835"/>
                  </a:lnTo>
                  <a:lnTo>
                    <a:pt x="185879" y="1718665"/>
                  </a:lnTo>
                  <a:lnTo>
                    <a:pt x="166524" y="1677934"/>
                  </a:lnTo>
                  <a:lnTo>
                    <a:pt x="148152" y="1636659"/>
                  </a:lnTo>
                  <a:lnTo>
                    <a:pt x="130776" y="1594853"/>
                  </a:lnTo>
                  <a:lnTo>
                    <a:pt x="114412" y="1552532"/>
                  </a:lnTo>
                  <a:lnTo>
                    <a:pt x="99076" y="1509711"/>
                  </a:lnTo>
                  <a:lnTo>
                    <a:pt x="84781" y="1466406"/>
                  </a:lnTo>
                  <a:lnTo>
                    <a:pt x="71543" y="1422631"/>
                  </a:lnTo>
                  <a:lnTo>
                    <a:pt x="59377" y="1378400"/>
                  </a:lnTo>
                  <a:lnTo>
                    <a:pt x="48299" y="1333731"/>
                  </a:lnTo>
                  <a:lnTo>
                    <a:pt x="38322" y="1288636"/>
                  </a:lnTo>
                  <a:lnTo>
                    <a:pt x="29464" y="1243132"/>
                  </a:lnTo>
                  <a:lnTo>
                    <a:pt x="21737" y="1197233"/>
                  </a:lnTo>
                  <a:lnTo>
                    <a:pt x="15158" y="1150955"/>
                  </a:lnTo>
                  <a:lnTo>
                    <a:pt x="9741" y="1104313"/>
                  </a:lnTo>
                  <a:lnTo>
                    <a:pt x="5502" y="1057321"/>
                  </a:lnTo>
                  <a:lnTo>
                    <a:pt x="2455" y="1009995"/>
                  </a:lnTo>
                  <a:lnTo>
                    <a:pt x="616" y="962349"/>
                  </a:lnTo>
                  <a:lnTo>
                    <a:pt x="0" y="914400"/>
                  </a:lnTo>
                  <a:lnTo>
                    <a:pt x="616" y="866450"/>
                  </a:lnTo>
                  <a:lnTo>
                    <a:pt x="2455" y="818804"/>
                  </a:lnTo>
                  <a:lnTo>
                    <a:pt x="5502" y="771478"/>
                  </a:lnTo>
                  <a:lnTo>
                    <a:pt x="9741" y="724486"/>
                  </a:lnTo>
                  <a:lnTo>
                    <a:pt x="15158" y="677844"/>
                  </a:lnTo>
                  <a:lnTo>
                    <a:pt x="21737" y="631566"/>
                  </a:lnTo>
                  <a:lnTo>
                    <a:pt x="29463" y="585667"/>
                  </a:lnTo>
                  <a:lnTo>
                    <a:pt x="38322" y="540163"/>
                  </a:lnTo>
                  <a:lnTo>
                    <a:pt x="48299" y="495068"/>
                  </a:lnTo>
                  <a:lnTo>
                    <a:pt x="59377" y="450399"/>
                  </a:lnTo>
                  <a:lnTo>
                    <a:pt x="71543" y="406168"/>
                  </a:lnTo>
                  <a:lnTo>
                    <a:pt x="84781" y="362393"/>
                  </a:lnTo>
                  <a:lnTo>
                    <a:pt x="99076" y="319088"/>
                  </a:lnTo>
                  <a:lnTo>
                    <a:pt x="114412" y="276267"/>
                  </a:lnTo>
                  <a:lnTo>
                    <a:pt x="130776" y="233946"/>
                  </a:lnTo>
                  <a:lnTo>
                    <a:pt x="148152" y="192140"/>
                  </a:lnTo>
                  <a:lnTo>
                    <a:pt x="166524" y="150865"/>
                  </a:lnTo>
                  <a:lnTo>
                    <a:pt x="185879" y="110134"/>
                  </a:lnTo>
                  <a:lnTo>
                    <a:pt x="206200" y="69964"/>
                  </a:lnTo>
                  <a:lnTo>
                    <a:pt x="227472" y="30368"/>
                  </a:lnTo>
                  <a:lnTo>
                    <a:pt x="244764" y="0"/>
                  </a:lnTo>
                </a:path>
              </a:pathLst>
            </a:custGeom>
            <a:ln w="1270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140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grpSp>
        <p:nvGrpSpPr>
          <p:cNvPr id="10" name="object 10" descr=""/>
          <p:cNvGrpSpPr/>
          <p:nvPr/>
        </p:nvGrpSpPr>
        <p:grpSpPr>
          <a:xfrm>
            <a:off x="542290" y="908050"/>
            <a:ext cx="3213100" cy="49530"/>
            <a:chOff x="542290" y="908050"/>
            <a:chExt cx="3213100" cy="49530"/>
          </a:xfrm>
        </p:grpSpPr>
        <p:sp>
          <p:nvSpPr>
            <p:cNvPr id="11" name="object 11" descr=""/>
            <p:cNvSpPr/>
            <p:nvPr/>
          </p:nvSpPr>
          <p:spPr>
            <a:xfrm>
              <a:off x="548640" y="914400"/>
              <a:ext cx="3200400" cy="36830"/>
            </a:xfrm>
            <a:custGeom>
              <a:avLst/>
              <a:gdLst/>
              <a:ahLst/>
              <a:cxnLst/>
              <a:rect l="l" t="t" r="r" b="b"/>
              <a:pathLst>
                <a:path w="3200400" h="36830">
                  <a:moveTo>
                    <a:pt x="32004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200400" y="36575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499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48640" y="914400"/>
              <a:ext cx="3200400" cy="36830"/>
            </a:xfrm>
            <a:custGeom>
              <a:avLst/>
              <a:gdLst/>
              <a:ahLst/>
              <a:cxnLst/>
              <a:rect l="l" t="t" r="r" b="b"/>
              <a:pathLst>
                <a:path w="3200400" h="36830">
                  <a:moveTo>
                    <a:pt x="0" y="36575"/>
                  </a:moveTo>
                  <a:lnTo>
                    <a:pt x="3200400" y="36575"/>
                  </a:lnTo>
                  <a:lnTo>
                    <a:pt x="320040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4990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938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40"/>
              </a:spcBef>
              <a:buChar char="•"/>
              <a:tabLst>
                <a:tab pos="355600" algn="l"/>
              </a:tabLst>
            </a:pPr>
            <a:r>
              <a:rPr dirty="0"/>
              <a:t>A</a:t>
            </a:r>
            <a:r>
              <a:rPr dirty="0" spc="-85"/>
              <a:t> </a:t>
            </a:r>
            <a:r>
              <a:rPr dirty="0"/>
              <a:t>robust,</a:t>
            </a:r>
            <a:r>
              <a:rPr dirty="0" spc="-45"/>
              <a:t> </a:t>
            </a:r>
            <a:r>
              <a:rPr dirty="0" spc="-10"/>
              <a:t>production-</a:t>
            </a:r>
            <a:r>
              <a:rPr dirty="0"/>
              <a:t>ready</a:t>
            </a:r>
            <a:r>
              <a:rPr dirty="0" spc="-45"/>
              <a:t> </a:t>
            </a:r>
            <a:r>
              <a:rPr dirty="0"/>
              <a:t>test</a:t>
            </a:r>
            <a:r>
              <a:rPr dirty="0" spc="-10"/>
              <a:t> </a:t>
            </a:r>
            <a:r>
              <a:rPr dirty="0"/>
              <a:t>automation</a:t>
            </a:r>
            <a:r>
              <a:rPr dirty="0" spc="-35"/>
              <a:t> </a:t>
            </a:r>
            <a:r>
              <a:rPr dirty="0"/>
              <a:t>framework</a:t>
            </a:r>
            <a:r>
              <a:rPr dirty="0" spc="5"/>
              <a:t> </a:t>
            </a:r>
            <a:r>
              <a:rPr dirty="0"/>
              <a:t>built</a:t>
            </a:r>
            <a:r>
              <a:rPr dirty="0" spc="-5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 spc="-20"/>
              <a:t>Java</a:t>
            </a:r>
          </a:p>
          <a:p>
            <a:pPr marL="355600" indent="-342900">
              <a:lnSpc>
                <a:spcPct val="100000"/>
              </a:lnSpc>
              <a:spcBef>
                <a:spcPts val="844"/>
              </a:spcBef>
              <a:buChar char="•"/>
              <a:tabLst>
                <a:tab pos="355600" algn="l"/>
              </a:tabLst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/>
              <a:t>Boot</a:t>
            </a:r>
            <a:r>
              <a:rPr dirty="0" spc="-120"/>
              <a:t> </a:t>
            </a:r>
            <a:r>
              <a:rPr dirty="0"/>
              <a:t>APIs</a:t>
            </a:r>
            <a:r>
              <a:rPr dirty="0" spc="-15"/>
              <a:t> </a:t>
            </a:r>
            <a:r>
              <a:rPr dirty="0"/>
              <a:t>enable</a:t>
            </a:r>
            <a:r>
              <a:rPr dirty="0" spc="-45"/>
              <a:t> </a:t>
            </a:r>
            <a:r>
              <a:rPr dirty="0"/>
              <a:t>seamless</a:t>
            </a:r>
            <a:r>
              <a:rPr dirty="0" spc="-5"/>
              <a:t> </a:t>
            </a:r>
            <a:r>
              <a:rPr dirty="0"/>
              <a:t>CI/CD</a:t>
            </a:r>
            <a:r>
              <a:rPr dirty="0" spc="-20"/>
              <a:t> </a:t>
            </a:r>
            <a:r>
              <a:rPr dirty="0"/>
              <a:t>pipeline</a:t>
            </a:r>
            <a:r>
              <a:rPr dirty="0" spc="-55"/>
              <a:t> </a:t>
            </a:r>
            <a:r>
              <a:rPr dirty="0" spc="-10"/>
              <a:t>integration</a:t>
            </a: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/>
              <a:t>Parallel</a:t>
            </a:r>
            <a:r>
              <a:rPr dirty="0" spc="-45"/>
              <a:t> </a:t>
            </a:r>
            <a:r>
              <a:rPr dirty="0"/>
              <a:t>execution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scheduling</a:t>
            </a:r>
            <a:r>
              <a:rPr dirty="0" spc="-50"/>
              <a:t> </a:t>
            </a:r>
            <a:r>
              <a:rPr dirty="0"/>
              <a:t>reduce</a:t>
            </a:r>
            <a:r>
              <a:rPr dirty="0" spc="-25"/>
              <a:t> </a:t>
            </a:r>
            <a:r>
              <a:rPr dirty="0"/>
              <a:t>testing</a:t>
            </a:r>
            <a:r>
              <a:rPr dirty="0" spc="-50"/>
              <a:t> </a:t>
            </a:r>
            <a:r>
              <a:rPr dirty="0"/>
              <a:t>cycle</a:t>
            </a:r>
            <a:r>
              <a:rPr dirty="0" spc="-5"/>
              <a:t> </a:t>
            </a:r>
            <a:r>
              <a:rPr dirty="0" spc="-10"/>
              <a:t>times</a:t>
            </a: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/>
              <a:t>Analytics</a:t>
            </a:r>
            <a:r>
              <a:rPr dirty="0" spc="-35"/>
              <a:t> </a:t>
            </a:r>
            <a:r>
              <a:rPr dirty="0"/>
              <a:t>module</a:t>
            </a:r>
            <a:r>
              <a:rPr dirty="0" spc="-40"/>
              <a:t> </a:t>
            </a:r>
            <a:r>
              <a:rPr dirty="0"/>
              <a:t>provides</a:t>
            </a:r>
            <a:r>
              <a:rPr dirty="0" spc="-45"/>
              <a:t> </a:t>
            </a:r>
            <a:r>
              <a:rPr dirty="0"/>
              <a:t>actionable</a:t>
            </a:r>
            <a:r>
              <a:rPr dirty="0" spc="-65"/>
              <a:t> </a:t>
            </a:r>
            <a:r>
              <a:rPr dirty="0"/>
              <a:t>insights</a:t>
            </a:r>
            <a:r>
              <a:rPr dirty="0" spc="-3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test</a:t>
            </a:r>
            <a:r>
              <a:rPr dirty="0" spc="-35"/>
              <a:t> </a:t>
            </a:r>
            <a:r>
              <a:rPr dirty="0" spc="-10"/>
              <a:t>quality</a:t>
            </a: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/>
              <a:t>All</a:t>
            </a:r>
            <a:r>
              <a:rPr dirty="0" spc="-30"/>
              <a:t> </a:t>
            </a:r>
            <a:r>
              <a:rPr dirty="0"/>
              <a:t>4</a:t>
            </a:r>
            <a:r>
              <a:rPr dirty="0" spc="-15"/>
              <a:t> </a:t>
            </a:r>
            <a:r>
              <a:rPr dirty="0"/>
              <a:t>modules</a:t>
            </a:r>
            <a:r>
              <a:rPr dirty="0" spc="-30"/>
              <a:t> </a:t>
            </a:r>
            <a:r>
              <a:rPr dirty="0"/>
              <a:t>delivered</a:t>
            </a:r>
            <a:r>
              <a:rPr dirty="0" spc="-65"/>
              <a:t> </a:t>
            </a:r>
            <a:r>
              <a:rPr dirty="0"/>
              <a:t>across</a:t>
            </a:r>
            <a:r>
              <a:rPr dirty="0" spc="-30"/>
              <a:t> </a:t>
            </a:r>
            <a:r>
              <a:rPr dirty="0"/>
              <a:t>8</a:t>
            </a:r>
            <a:r>
              <a:rPr dirty="0" spc="-15"/>
              <a:t> </a:t>
            </a:r>
            <a:r>
              <a:rPr dirty="0"/>
              <a:t>weeks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30"/>
              <a:t> </a:t>
            </a:r>
            <a:r>
              <a:rPr dirty="0"/>
              <a:t>full</a:t>
            </a:r>
            <a:r>
              <a:rPr dirty="0" spc="-40"/>
              <a:t> </a:t>
            </a:r>
            <a:r>
              <a:rPr dirty="0" spc="-10"/>
              <a:t>deployment</a:t>
            </a:r>
          </a:p>
          <a:p>
            <a:pPr marL="355600" indent="-342900">
              <a:lnSpc>
                <a:spcPct val="100000"/>
              </a:lnSpc>
              <a:spcBef>
                <a:spcPts val="840"/>
              </a:spcBef>
              <a:buChar char="•"/>
              <a:tabLst>
                <a:tab pos="355600" algn="l"/>
              </a:tabLst>
            </a:pPr>
            <a:r>
              <a:rPr dirty="0"/>
              <a:t>Demonstrates</a:t>
            </a:r>
            <a:r>
              <a:rPr dirty="0" spc="-30"/>
              <a:t> </a:t>
            </a:r>
            <a:r>
              <a:rPr dirty="0"/>
              <a:t>real-world</a:t>
            </a:r>
            <a:r>
              <a:rPr dirty="0" spc="-60"/>
              <a:t> </a:t>
            </a:r>
            <a:r>
              <a:rPr dirty="0"/>
              <a:t>enterprise</a:t>
            </a:r>
            <a:r>
              <a:rPr dirty="0" spc="-55"/>
              <a:t> </a:t>
            </a:r>
            <a:r>
              <a:rPr dirty="0"/>
              <a:t>Java</a:t>
            </a:r>
            <a:r>
              <a:rPr dirty="0" spc="-15"/>
              <a:t> </a:t>
            </a:r>
            <a:r>
              <a:rPr dirty="0"/>
              <a:t>development</a:t>
            </a:r>
            <a:r>
              <a:rPr dirty="0" spc="-45"/>
              <a:t> </a:t>
            </a:r>
            <a:r>
              <a:rPr dirty="0" spc="-10"/>
              <a:t>practices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627380" y="4513275"/>
            <a:ext cx="349122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Java</a:t>
            </a:r>
            <a:r>
              <a:rPr dirty="0" sz="1100" spc="-25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1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Spring</a:t>
            </a:r>
            <a:r>
              <a:rPr dirty="0" sz="1100" spc="-3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Boot</a:t>
            </a:r>
            <a:r>
              <a:rPr dirty="0" sz="1100" spc="-2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5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Selenium</a:t>
            </a:r>
            <a:r>
              <a:rPr dirty="0" sz="1100" spc="-3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1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REST-Assured</a:t>
            </a:r>
            <a:r>
              <a:rPr dirty="0" sz="1100" spc="-45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1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JDBC</a:t>
            </a:r>
            <a:r>
              <a:rPr dirty="0" sz="1100" spc="-15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10" i="1">
                <a:solidFill>
                  <a:srgbClr val="798AAF"/>
                </a:solidFill>
                <a:latin typeface="Calibri"/>
                <a:cs typeface="Calibri"/>
              </a:rPr>
              <a:t> Analytics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7380" y="4513275"/>
            <a:ext cx="349122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Java</a:t>
            </a:r>
            <a:r>
              <a:rPr dirty="0" sz="1100" spc="-25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1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Spring</a:t>
            </a:r>
            <a:r>
              <a:rPr dirty="0" sz="1100" spc="-3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Boot</a:t>
            </a:r>
            <a:r>
              <a:rPr dirty="0" sz="1100" spc="-2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5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Selenium</a:t>
            </a:r>
            <a:r>
              <a:rPr dirty="0" sz="1100" spc="-3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1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REST-Assured</a:t>
            </a:r>
            <a:r>
              <a:rPr dirty="0" sz="1100" spc="-45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10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JDBC</a:t>
            </a:r>
            <a:r>
              <a:rPr dirty="0" sz="1100" spc="-15" i="1">
                <a:solidFill>
                  <a:srgbClr val="798AA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798AAF"/>
                </a:solidFill>
                <a:latin typeface="Calibri"/>
                <a:cs typeface="Calibri"/>
              </a:rPr>
              <a:t>·</a:t>
            </a:r>
            <a:r>
              <a:rPr dirty="0" sz="1100" spc="-10" i="1">
                <a:solidFill>
                  <a:srgbClr val="798AAF"/>
                </a:solidFill>
                <a:latin typeface="Calibri"/>
                <a:cs typeface="Calibri"/>
              </a:rPr>
              <a:t> Analytics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30066" y="1645996"/>
            <a:ext cx="2263775" cy="67500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b="0">
                <a:solidFill>
                  <a:srgbClr val="DAE2F3"/>
                </a:solidFill>
                <a:latin typeface="Times New Roman"/>
                <a:cs typeface="Times New Roman"/>
              </a:rPr>
              <a:t>THANK</a:t>
            </a:r>
            <a:r>
              <a:rPr dirty="0" spc="-155" b="0">
                <a:solidFill>
                  <a:srgbClr val="DAE2F3"/>
                </a:solidFill>
                <a:latin typeface="Times New Roman"/>
                <a:cs typeface="Times New Roman"/>
              </a:rPr>
              <a:t> </a:t>
            </a:r>
            <a:r>
              <a:rPr dirty="0" spc="-25" b="0">
                <a:solidFill>
                  <a:srgbClr val="DAE2F3"/>
                </a:solidFill>
                <a:latin typeface="Times New Roman"/>
                <a:cs typeface="Times New Roman"/>
              </a:rPr>
              <a:t>YOU</a:t>
            </a:r>
          </a:p>
          <a:p>
            <a:pPr algn="ctr" marL="635">
              <a:lnSpc>
                <a:spcPct val="100000"/>
              </a:lnSpc>
              <a:spcBef>
                <a:spcPts val="75"/>
              </a:spcBef>
            </a:pPr>
            <a:r>
              <a:rPr dirty="0" sz="1200" b="0">
                <a:solidFill>
                  <a:srgbClr val="DAE2F3"/>
                </a:solidFill>
                <a:latin typeface="Times New Roman"/>
                <a:cs typeface="Times New Roman"/>
              </a:rPr>
              <a:t>Any</a:t>
            </a:r>
            <a:r>
              <a:rPr dirty="0" sz="1200" spc="-20" b="0">
                <a:solidFill>
                  <a:srgbClr val="DAE2F3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0">
                <a:solidFill>
                  <a:srgbClr val="DAE2F3"/>
                </a:solidFill>
                <a:latin typeface="Times New Roman"/>
                <a:cs typeface="Times New Roman"/>
              </a:rPr>
              <a:t>queries?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Java-Based Test Automation Framework</dc:title>
  <dcterms:created xsi:type="dcterms:W3CDTF">2026-04-17T14:40:33Z</dcterms:created>
  <dcterms:modified xsi:type="dcterms:W3CDTF">2026-04-17T14:40:33Z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2026-04-17T00:00:00Z</vt:filetime>
  </property>
  <property fmtid="{D5CDD505-2E9C-101B-9397-08002B2CF9AE}" pid="5" name="Producer">
    <vt:lpwstr>Microsoft® PowerPoint® 2019</vt:lpwstr>
  </property>
</Properties>
</file>